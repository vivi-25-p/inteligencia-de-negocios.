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9" r:id="rId4"/>
    <p:sldId id="258" r:id="rId5"/>
    <p:sldId id="286" r:id="rId6"/>
    <p:sldId id="287" r:id="rId7"/>
    <p:sldId id="288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269" r:id="rId19"/>
  </p:sldIdLst>
  <p:sldSz cx="12192000" cy="7939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5" autoAdjust="0"/>
    <p:restoredTop sz="94674"/>
  </p:normalViewPr>
  <p:slideViewPr>
    <p:cSldViewPr snapToGrid="0">
      <p:cViewPr varScale="1">
        <p:scale>
          <a:sx n="80" d="100"/>
          <a:sy n="80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Emiro Mosquera Sánchez" userId="f63cff7c-0b9d-4872-96c1-339ed56afcec" providerId="ADAL" clId="{013636CE-2E17-43B6-84AA-DD3B9EF9E8E0}"/>
    <pc:docChg chg="undo redo custSel addSld delSld modSld sldOrd">
      <pc:chgData name="Luis Emiro Mosquera Sánchez" userId="f63cff7c-0b9d-4872-96c1-339ed56afcec" providerId="ADAL" clId="{013636CE-2E17-43B6-84AA-DD3B9EF9E8E0}" dt="2026-10-17T14:39:38.312" v="422" actId="20577"/>
      <pc:docMkLst>
        <pc:docMk/>
      </pc:docMkLst>
      <pc:sldChg chg="addSp modSp mod modAnim modNotesTx">
        <pc:chgData name="Luis Emiro Mosquera Sánchez" userId="f63cff7c-0b9d-4872-96c1-339ed56afcec" providerId="ADAL" clId="{013636CE-2E17-43B6-84AA-DD3B9EF9E8E0}" dt="2026-10-17T11:02:53.752" v="63" actId="20577"/>
        <pc:sldMkLst>
          <pc:docMk/>
          <pc:sldMk cId="3364347861" sldId="258"/>
        </pc:sldMkLst>
        <pc:spChg chg="mod">
          <ac:chgData name="Luis Emiro Mosquera Sánchez" userId="f63cff7c-0b9d-4872-96c1-339ed56afcec" providerId="ADAL" clId="{013636CE-2E17-43B6-84AA-DD3B9EF9E8E0}" dt="2026-10-17T10:59:54.276" v="29"/>
          <ac:spMkLst>
            <pc:docMk/>
            <pc:sldMk cId="3364347861" sldId="258"/>
            <ac:spMk id="3" creationId="{581922DE-B221-4C4B-ACF9-BD70B46F55BF}"/>
          </ac:spMkLst>
        </pc:spChg>
        <pc:spChg chg="mod">
          <ac:chgData name="Luis Emiro Mosquera Sánchez" userId="f63cff7c-0b9d-4872-96c1-339ed56afcec" providerId="ADAL" clId="{013636CE-2E17-43B6-84AA-DD3B9EF9E8E0}" dt="2026-10-17T11:01:36.364" v="55" actId="14100"/>
          <ac:spMkLst>
            <pc:docMk/>
            <pc:sldMk cId="3364347861" sldId="258"/>
            <ac:spMk id="4" creationId="{0BAF41AC-2E13-0548-859B-D649B9363A3F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5" creationId="{11AA2248-03FF-4E04-8C94-00993F3EEECB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6" creationId="{E5B840FA-7E5F-4B97-9086-9D8BEF63463B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7" creationId="{F5E5DC2C-FD59-4481-AF60-5A2947ED7755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8" creationId="{6C523C9C-04A3-42E6-8F00-6EECB7204A18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9" creationId="{F6EE035E-94AB-4E3B-AA95-6D9138BD725B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10" creationId="{F2419BA3-E26D-45B9-8E92-3E26CB2641BC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11" creationId="{6752745F-C823-4EC5-9F44-6B300D947959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12" creationId="{0EB1BD99-9EA0-4CF9-A15F-2E1FFA26DB6C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13" creationId="{8E8EDC7C-4D4F-4683-B135-71248814C8BF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14" creationId="{9CE7CC83-ADB5-4095-9597-AE2B42D818D7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15" creationId="{22A3DBDB-AC1C-41D8-8BCB-B4733DEF2237}"/>
          </ac:spMkLst>
        </pc:spChg>
        <pc:spChg chg="add mod">
          <ac:chgData name="Luis Emiro Mosquera Sánchez" userId="f63cff7c-0b9d-4872-96c1-339ed56afcec" providerId="ADAL" clId="{013636CE-2E17-43B6-84AA-DD3B9EF9E8E0}" dt="2026-10-17T11:01:08.587" v="48" actId="1076"/>
          <ac:spMkLst>
            <pc:docMk/>
            <pc:sldMk cId="3364347861" sldId="258"/>
            <ac:spMk id="16" creationId="{94209457-CE13-421C-8967-D4097AAA5469}"/>
          </ac:spMkLst>
        </pc:spChg>
      </pc:sldChg>
      <pc:sldChg chg="modSp mod">
        <pc:chgData name="Luis Emiro Mosquera Sánchez" userId="f63cff7c-0b9d-4872-96c1-339ed56afcec" providerId="ADAL" clId="{013636CE-2E17-43B6-84AA-DD3B9EF9E8E0}" dt="2026-10-17T10:59:35.696" v="25" actId="20577"/>
        <pc:sldMkLst>
          <pc:docMk/>
          <pc:sldMk cId="1018934907" sldId="259"/>
        </pc:sldMkLst>
        <pc:spChg chg="mod">
          <ac:chgData name="Luis Emiro Mosquera Sánchez" userId="f63cff7c-0b9d-4872-96c1-339ed56afcec" providerId="ADAL" clId="{013636CE-2E17-43B6-84AA-DD3B9EF9E8E0}" dt="2026-10-17T10:59:12.494" v="2"/>
          <ac:spMkLst>
            <pc:docMk/>
            <pc:sldMk cId="1018934907" sldId="259"/>
            <ac:spMk id="3" creationId="{5FD6FDE4-79E3-864C-94F1-D4D6F8FE235E}"/>
          </ac:spMkLst>
        </pc:spChg>
        <pc:spChg chg="mod">
          <ac:chgData name="Luis Emiro Mosquera Sánchez" userId="f63cff7c-0b9d-4872-96c1-339ed56afcec" providerId="ADAL" clId="{013636CE-2E17-43B6-84AA-DD3B9EF9E8E0}" dt="2026-10-17T10:59:35.696" v="25" actId="20577"/>
          <ac:spMkLst>
            <pc:docMk/>
            <pc:sldMk cId="1018934907" sldId="259"/>
            <ac:spMk id="13" creationId="{04A9D77A-2D5F-0A3B-120D-822568E3EAC6}"/>
          </ac:spMkLst>
        </pc:spChg>
      </pc:sldChg>
      <pc:sldChg chg="del">
        <pc:chgData name="Luis Emiro Mosquera Sánchez" userId="f63cff7c-0b9d-4872-96c1-339ed56afcec" providerId="ADAL" clId="{013636CE-2E17-43B6-84AA-DD3B9EF9E8E0}" dt="2026-10-17T11:45:43.924" v="352" actId="47"/>
        <pc:sldMkLst>
          <pc:docMk/>
          <pc:sldMk cId="533824332" sldId="270"/>
        </pc:sldMkLst>
      </pc:sldChg>
      <pc:sldChg chg="del">
        <pc:chgData name="Luis Emiro Mosquera Sánchez" userId="f63cff7c-0b9d-4872-96c1-339ed56afcec" providerId="ADAL" clId="{013636CE-2E17-43B6-84AA-DD3B9EF9E8E0}" dt="2026-10-17T11:45:42.669" v="351" actId="47"/>
        <pc:sldMkLst>
          <pc:docMk/>
          <pc:sldMk cId="1567151607" sldId="271"/>
        </pc:sldMkLst>
      </pc:sldChg>
      <pc:sldChg chg="del">
        <pc:chgData name="Luis Emiro Mosquera Sánchez" userId="f63cff7c-0b9d-4872-96c1-339ed56afcec" providerId="ADAL" clId="{013636CE-2E17-43B6-84AA-DD3B9EF9E8E0}" dt="2026-10-17T11:45:44.919" v="353" actId="47"/>
        <pc:sldMkLst>
          <pc:docMk/>
          <pc:sldMk cId="3943121265" sldId="272"/>
        </pc:sldMkLst>
      </pc:sldChg>
      <pc:sldChg chg="del">
        <pc:chgData name="Luis Emiro Mosquera Sánchez" userId="f63cff7c-0b9d-4872-96c1-339ed56afcec" providerId="ADAL" clId="{013636CE-2E17-43B6-84AA-DD3B9EF9E8E0}" dt="2026-10-17T11:45:45.380" v="354" actId="47"/>
        <pc:sldMkLst>
          <pc:docMk/>
          <pc:sldMk cId="879217582" sldId="273"/>
        </pc:sldMkLst>
      </pc:sldChg>
      <pc:sldChg chg="del">
        <pc:chgData name="Luis Emiro Mosquera Sánchez" userId="f63cff7c-0b9d-4872-96c1-339ed56afcec" providerId="ADAL" clId="{013636CE-2E17-43B6-84AA-DD3B9EF9E8E0}" dt="2026-10-17T11:45:46.717" v="355" actId="47"/>
        <pc:sldMkLst>
          <pc:docMk/>
          <pc:sldMk cId="2621687446" sldId="274"/>
        </pc:sldMkLst>
      </pc:sldChg>
      <pc:sldChg chg="del">
        <pc:chgData name="Luis Emiro Mosquera Sánchez" userId="f63cff7c-0b9d-4872-96c1-339ed56afcec" providerId="ADAL" clId="{013636CE-2E17-43B6-84AA-DD3B9EF9E8E0}" dt="2026-10-17T11:45:50.513" v="362" actId="47"/>
        <pc:sldMkLst>
          <pc:docMk/>
          <pc:sldMk cId="1494627034" sldId="275"/>
        </pc:sldMkLst>
      </pc:sldChg>
      <pc:sldChg chg="del">
        <pc:chgData name="Luis Emiro Mosquera Sánchez" userId="f63cff7c-0b9d-4872-96c1-339ed56afcec" providerId="ADAL" clId="{013636CE-2E17-43B6-84AA-DD3B9EF9E8E0}" dt="2026-10-17T11:45:47.897" v="356" actId="47"/>
        <pc:sldMkLst>
          <pc:docMk/>
          <pc:sldMk cId="819984484" sldId="276"/>
        </pc:sldMkLst>
      </pc:sldChg>
      <pc:sldChg chg="del">
        <pc:chgData name="Luis Emiro Mosquera Sánchez" userId="f63cff7c-0b9d-4872-96c1-339ed56afcec" providerId="ADAL" clId="{013636CE-2E17-43B6-84AA-DD3B9EF9E8E0}" dt="2026-10-17T11:45:50.021" v="361" actId="47"/>
        <pc:sldMkLst>
          <pc:docMk/>
          <pc:sldMk cId="75761646" sldId="277"/>
        </pc:sldMkLst>
      </pc:sldChg>
      <pc:sldChg chg="del">
        <pc:chgData name="Luis Emiro Mosquera Sánchez" userId="f63cff7c-0b9d-4872-96c1-339ed56afcec" providerId="ADAL" clId="{013636CE-2E17-43B6-84AA-DD3B9EF9E8E0}" dt="2026-10-17T11:45:49.006" v="359" actId="47"/>
        <pc:sldMkLst>
          <pc:docMk/>
          <pc:sldMk cId="2978564986" sldId="278"/>
        </pc:sldMkLst>
      </pc:sldChg>
      <pc:sldChg chg="del">
        <pc:chgData name="Luis Emiro Mosquera Sánchez" userId="f63cff7c-0b9d-4872-96c1-339ed56afcec" providerId="ADAL" clId="{013636CE-2E17-43B6-84AA-DD3B9EF9E8E0}" dt="2026-10-17T11:45:48.603" v="358" actId="47"/>
        <pc:sldMkLst>
          <pc:docMk/>
          <pc:sldMk cId="299803592" sldId="279"/>
        </pc:sldMkLst>
      </pc:sldChg>
      <pc:sldChg chg="del">
        <pc:chgData name="Luis Emiro Mosquera Sánchez" userId="f63cff7c-0b9d-4872-96c1-339ed56afcec" providerId="ADAL" clId="{013636CE-2E17-43B6-84AA-DD3B9EF9E8E0}" dt="2026-10-17T11:45:48.267" v="357" actId="47"/>
        <pc:sldMkLst>
          <pc:docMk/>
          <pc:sldMk cId="3480624678" sldId="280"/>
        </pc:sldMkLst>
      </pc:sldChg>
      <pc:sldChg chg="del">
        <pc:chgData name="Luis Emiro Mosquera Sánchez" userId="f63cff7c-0b9d-4872-96c1-339ed56afcec" providerId="ADAL" clId="{013636CE-2E17-43B6-84AA-DD3B9EF9E8E0}" dt="2026-10-17T11:45:49.411" v="360" actId="47"/>
        <pc:sldMkLst>
          <pc:docMk/>
          <pc:sldMk cId="2746341579" sldId="281"/>
        </pc:sldMkLst>
      </pc:sldChg>
      <pc:sldChg chg="del">
        <pc:chgData name="Luis Emiro Mosquera Sánchez" userId="f63cff7c-0b9d-4872-96c1-339ed56afcec" providerId="ADAL" clId="{013636CE-2E17-43B6-84AA-DD3B9EF9E8E0}" dt="2026-10-17T11:45:51.100" v="363" actId="47"/>
        <pc:sldMkLst>
          <pc:docMk/>
          <pc:sldMk cId="575394957" sldId="282"/>
        </pc:sldMkLst>
      </pc:sldChg>
      <pc:sldChg chg="del">
        <pc:chgData name="Luis Emiro Mosquera Sánchez" userId="f63cff7c-0b9d-4872-96c1-339ed56afcec" providerId="ADAL" clId="{013636CE-2E17-43B6-84AA-DD3B9EF9E8E0}" dt="2026-10-17T11:45:51.722" v="364" actId="47"/>
        <pc:sldMkLst>
          <pc:docMk/>
          <pc:sldMk cId="33476515" sldId="283"/>
        </pc:sldMkLst>
      </pc:sldChg>
      <pc:sldChg chg="del">
        <pc:chgData name="Luis Emiro Mosquera Sánchez" userId="f63cff7c-0b9d-4872-96c1-339ed56afcec" providerId="ADAL" clId="{013636CE-2E17-43B6-84AA-DD3B9EF9E8E0}" dt="2026-10-17T11:45:52.689" v="366" actId="47"/>
        <pc:sldMkLst>
          <pc:docMk/>
          <pc:sldMk cId="1311066070" sldId="284"/>
        </pc:sldMkLst>
      </pc:sldChg>
      <pc:sldChg chg="del">
        <pc:chgData name="Luis Emiro Mosquera Sánchez" userId="f63cff7c-0b9d-4872-96c1-339ed56afcec" providerId="ADAL" clId="{013636CE-2E17-43B6-84AA-DD3B9EF9E8E0}" dt="2026-10-17T11:45:52.219" v="365" actId="47"/>
        <pc:sldMkLst>
          <pc:docMk/>
          <pc:sldMk cId="3908793223" sldId="285"/>
        </pc:sldMkLst>
      </pc:sldChg>
      <pc:sldChg chg="addSp delSp modSp mod modAnim modNotesTx">
        <pc:chgData name="Luis Emiro Mosquera Sánchez" userId="f63cff7c-0b9d-4872-96c1-339ed56afcec" providerId="ADAL" clId="{013636CE-2E17-43B6-84AA-DD3B9EF9E8E0}" dt="2026-10-17T14:38:03.379" v="408" actId="20577"/>
        <pc:sldMkLst>
          <pc:docMk/>
          <pc:sldMk cId="3842491024" sldId="286"/>
        </pc:sldMkLst>
        <pc:spChg chg="mod">
          <ac:chgData name="Luis Emiro Mosquera Sánchez" userId="f63cff7c-0b9d-4872-96c1-339ed56afcec" providerId="ADAL" clId="{013636CE-2E17-43B6-84AA-DD3B9EF9E8E0}" dt="2026-10-17T11:03:32.715" v="68" actId="27636"/>
          <ac:spMkLst>
            <pc:docMk/>
            <pc:sldMk cId="3842491024" sldId="286"/>
            <ac:spMk id="3" creationId="{581922DE-B221-4C4B-ACF9-BD70B46F55BF}"/>
          </ac:spMkLst>
        </pc:spChg>
        <pc:spChg chg="mod">
          <ac:chgData name="Luis Emiro Mosquera Sánchez" userId="f63cff7c-0b9d-4872-96c1-339ed56afcec" providerId="ADAL" clId="{013636CE-2E17-43B6-84AA-DD3B9EF9E8E0}" dt="2026-10-17T11:04:36.014" v="78" actId="27636"/>
          <ac:spMkLst>
            <pc:docMk/>
            <pc:sldMk cId="3842491024" sldId="286"/>
            <ac:spMk id="4" creationId="{0BAF41AC-2E13-0548-859B-D649B9363A3F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7" creationId="{B8166167-4A99-4904-87C4-D59155E023AF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8" creationId="{D965E7C2-9AFD-40D5-8FFE-1068E44C614B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9" creationId="{FEDC2817-E76B-427C-80DB-D8A7C480F18C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0" creationId="{02CA975F-F834-4A11-A9B2-F98C73D7FD58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1" creationId="{43B60954-E62D-4021-A669-036AD603F84A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2" creationId="{968B602D-7154-45D4-A70F-E622E17BD8F2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3" creationId="{F2B2463B-36EC-4D31-9451-A9E1EB5D4D84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4" creationId="{831AE6B9-02F6-4D26-8354-217756E05196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5" creationId="{4852DD27-4B23-4495-BE9F-08A69679F1BF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6" creationId="{4E6DD8E3-CCDB-4511-894A-098AB3EE2005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7" creationId="{282F93B9-C2EA-4BD4-AE1C-F458023AEA33}"/>
          </ac:spMkLst>
        </pc:spChg>
        <pc:spChg chg="add mod">
          <ac:chgData name="Luis Emiro Mosquera Sánchez" userId="f63cff7c-0b9d-4872-96c1-339ed56afcec" providerId="ADAL" clId="{013636CE-2E17-43B6-84AA-DD3B9EF9E8E0}" dt="2026-10-17T11:04:52.921" v="80" actId="1076"/>
          <ac:spMkLst>
            <pc:docMk/>
            <pc:sldMk cId="3842491024" sldId="286"/>
            <ac:spMk id="18" creationId="{994144EF-82CA-4114-A072-CF2666FCE6EE}"/>
          </ac:spMkLst>
        </pc:spChg>
        <pc:spChg chg="add mod">
          <ac:chgData name="Luis Emiro Mosquera Sánchez" userId="f63cff7c-0b9d-4872-96c1-339ed56afcec" providerId="ADAL" clId="{013636CE-2E17-43B6-84AA-DD3B9EF9E8E0}" dt="2026-10-17T11:06:00.230" v="113" actId="114"/>
          <ac:spMkLst>
            <pc:docMk/>
            <pc:sldMk cId="3842491024" sldId="286"/>
            <ac:spMk id="19" creationId="{0B177479-2498-4A6E-B291-DB06A7BAF869}"/>
          </ac:spMkLst>
        </pc:spChg>
        <pc:picChg chg="del">
          <ac:chgData name="Luis Emiro Mosquera Sánchez" userId="f63cff7c-0b9d-4872-96c1-339ed56afcec" providerId="ADAL" clId="{013636CE-2E17-43B6-84AA-DD3B9EF9E8E0}" dt="2026-10-17T11:04:32.434" v="76" actId="478"/>
          <ac:picMkLst>
            <pc:docMk/>
            <pc:sldMk cId="3842491024" sldId="286"/>
            <ac:picMk id="6" creationId="{8DCB7751-7F39-42F3-A472-5211FF09F28A}"/>
          </ac:picMkLst>
        </pc:picChg>
      </pc:sldChg>
      <pc:sldChg chg="addSp delSp modSp add mod delAnim modAnim modNotesTx">
        <pc:chgData name="Luis Emiro Mosquera Sánchez" userId="f63cff7c-0b9d-4872-96c1-339ed56afcec" providerId="ADAL" clId="{013636CE-2E17-43B6-84AA-DD3B9EF9E8E0}" dt="2026-10-17T14:38:08.354" v="409" actId="20577"/>
        <pc:sldMkLst>
          <pc:docMk/>
          <pc:sldMk cId="1740709785" sldId="287"/>
        </pc:sldMkLst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2" creationId="{A106419E-8ECE-447E-B9CD-50786F792A88}"/>
          </ac:spMkLst>
        </pc:spChg>
        <pc:spChg chg="mod">
          <ac:chgData name="Luis Emiro Mosquera Sánchez" userId="f63cff7c-0b9d-4872-96c1-339ed56afcec" providerId="ADAL" clId="{013636CE-2E17-43B6-84AA-DD3B9EF9E8E0}" dt="2026-10-17T11:06:55.209" v="119" actId="27636"/>
          <ac:spMkLst>
            <pc:docMk/>
            <pc:sldMk cId="1740709785" sldId="287"/>
            <ac:spMk id="3" creationId="{581922DE-B221-4C4B-ACF9-BD70B46F55BF}"/>
          </ac:spMkLst>
        </pc:spChg>
        <pc:spChg chg="del">
          <ac:chgData name="Luis Emiro Mosquera Sánchez" userId="f63cff7c-0b9d-4872-96c1-339ed56afcec" providerId="ADAL" clId="{013636CE-2E17-43B6-84AA-DD3B9EF9E8E0}" dt="2026-10-17T11:07:21.927" v="122" actId="478"/>
          <ac:spMkLst>
            <pc:docMk/>
            <pc:sldMk cId="1740709785" sldId="287"/>
            <ac:spMk id="4" creationId="{0BAF41AC-2E13-0548-859B-D649B9363A3F}"/>
          </ac:spMkLst>
        </pc:spChg>
        <pc:spChg chg="add del mod">
          <ac:chgData name="Luis Emiro Mosquera Sánchez" userId="f63cff7c-0b9d-4872-96c1-339ed56afcec" providerId="ADAL" clId="{013636CE-2E17-43B6-84AA-DD3B9EF9E8E0}" dt="2026-10-17T11:07:17.526" v="121" actId="478"/>
          <ac:spMkLst>
            <pc:docMk/>
            <pc:sldMk cId="1740709785" sldId="287"/>
            <ac:spMk id="6" creationId="{99BA93BC-99A8-4D98-AC1E-6D135DC9A883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7" creationId="{B8166167-4A99-4904-87C4-D59155E023AF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8" creationId="{D965E7C2-9AFD-40D5-8FFE-1068E44C614B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9" creationId="{FEDC2817-E76B-427C-80DB-D8A7C480F18C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10" creationId="{02CA975F-F834-4A11-A9B2-F98C73D7FD58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11" creationId="{43B60954-E62D-4021-A669-036AD603F84A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12" creationId="{968B602D-7154-45D4-A70F-E622E17BD8F2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13" creationId="{F2B2463B-36EC-4D31-9451-A9E1EB5D4D84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14" creationId="{831AE6B9-02F6-4D26-8354-217756E05196}"/>
          </ac:spMkLst>
        </pc:spChg>
        <pc:spChg chg="del">
          <ac:chgData name="Luis Emiro Mosquera Sánchez" userId="f63cff7c-0b9d-4872-96c1-339ed56afcec" providerId="ADAL" clId="{013636CE-2E17-43B6-84AA-DD3B9EF9E8E0}" dt="2026-10-17T11:07:21.927" v="122" actId="478"/>
          <ac:spMkLst>
            <pc:docMk/>
            <pc:sldMk cId="1740709785" sldId="287"/>
            <ac:spMk id="15" creationId="{4852DD27-4B23-4495-BE9F-08A69679F1BF}"/>
          </ac:spMkLst>
        </pc:spChg>
        <pc:spChg chg="del">
          <ac:chgData name="Luis Emiro Mosquera Sánchez" userId="f63cff7c-0b9d-4872-96c1-339ed56afcec" providerId="ADAL" clId="{013636CE-2E17-43B6-84AA-DD3B9EF9E8E0}" dt="2026-10-17T11:07:12.020" v="120" actId="478"/>
          <ac:spMkLst>
            <pc:docMk/>
            <pc:sldMk cId="1740709785" sldId="287"/>
            <ac:spMk id="16" creationId="{4E6DD8E3-CCDB-4511-894A-098AB3EE2005}"/>
          </ac:spMkLst>
        </pc:spChg>
        <pc:spChg chg="del">
          <ac:chgData name="Luis Emiro Mosquera Sánchez" userId="f63cff7c-0b9d-4872-96c1-339ed56afcec" providerId="ADAL" clId="{013636CE-2E17-43B6-84AA-DD3B9EF9E8E0}" dt="2026-10-17T11:07:21.927" v="122" actId="478"/>
          <ac:spMkLst>
            <pc:docMk/>
            <pc:sldMk cId="1740709785" sldId="287"/>
            <ac:spMk id="17" creationId="{282F93B9-C2EA-4BD4-AE1C-F458023AEA33}"/>
          </ac:spMkLst>
        </pc:spChg>
        <pc:spChg chg="del">
          <ac:chgData name="Luis Emiro Mosquera Sánchez" userId="f63cff7c-0b9d-4872-96c1-339ed56afcec" providerId="ADAL" clId="{013636CE-2E17-43B6-84AA-DD3B9EF9E8E0}" dt="2026-10-17T11:07:21.927" v="122" actId="478"/>
          <ac:spMkLst>
            <pc:docMk/>
            <pc:sldMk cId="1740709785" sldId="287"/>
            <ac:spMk id="18" creationId="{994144EF-82CA-4114-A072-CF2666FCE6EE}"/>
          </ac:spMkLst>
        </pc:spChg>
        <pc:spChg chg="del">
          <ac:chgData name="Luis Emiro Mosquera Sánchez" userId="f63cff7c-0b9d-4872-96c1-339ed56afcec" providerId="ADAL" clId="{013636CE-2E17-43B6-84AA-DD3B9EF9E8E0}" dt="2026-10-17T11:07:24.610" v="123" actId="478"/>
          <ac:spMkLst>
            <pc:docMk/>
            <pc:sldMk cId="1740709785" sldId="287"/>
            <ac:spMk id="19" creationId="{0B177479-2498-4A6E-B291-DB06A7BAF869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0" creationId="{2B1E6A36-7E77-435B-A075-77BFBF13591E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1" creationId="{0C6830A1-DB7B-42C3-ADD4-215EC24D5672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2" creationId="{96D3AA4F-9516-4C7D-85C2-3D729C3BFC7F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3" creationId="{AE86247C-E3E9-4CB9-8CE5-0AA77E1C2D22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4" creationId="{F42B339F-FB2D-45FE-AD7F-D888E4575F03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5" creationId="{895B8144-0B97-4512-8BA0-320EE2DEE3E0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6" creationId="{78C976E1-969B-4A62-BBD6-90C6358FD39F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7" creationId="{A9AEB554-D0E3-4CA8-8943-151CE7BF27A2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8" creationId="{B927D313-8784-496B-A837-81AF0356A15D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29" creationId="{8B40C6F8-27D2-4219-AEC9-ED0B1A71C59F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0" creationId="{CA5096C7-83B9-4613-BF9E-97141E411990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1" creationId="{086828DB-8452-40CC-A83E-8ED77B7447AF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2" creationId="{3A41B769-3785-40C1-8C8E-F61EDE5AE1C7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3" creationId="{14CC5B22-697A-4FCE-A7EA-E33C4DDCF457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4" creationId="{F8D675FF-1259-4748-BB76-FFBEF4B795A5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5" creationId="{3E6E4D7F-9FC5-48F3-BA26-122F28E9B89C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6" creationId="{4EFAF6B7-CAB8-4F80-9FE0-9CAA9EAD49B7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7" creationId="{6B5B5C17-94AB-4101-8933-430C4C8F013C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8" creationId="{A5F33E75-38F3-4AC4-9021-591FBDA41E58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39" creationId="{1C0C4CCC-5CCC-4EE5-9AC8-1CC0779F8B03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40" creationId="{972F23B1-DA52-45E0-84F6-0D8D0DF2FA99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41" creationId="{48580754-2F23-40FA-B5EB-2F3287F1B538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42" creationId="{9101EF8C-68D5-49F2-A756-BD325DC0CC02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43" creationId="{D53E5EA9-76EE-4AF2-BA04-82C7DC804AB9}"/>
          </ac:spMkLst>
        </pc:spChg>
        <pc:spChg chg="add mod">
          <ac:chgData name="Luis Emiro Mosquera Sánchez" userId="f63cff7c-0b9d-4872-96c1-339ed56afcec" providerId="ADAL" clId="{013636CE-2E17-43B6-84AA-DD3B9EF9E8E0}" dt="2026-10-17T11:07:29.267" v="125" actId="1076"/>
          <ac:spMkLst>
            <pc:docMk/>
            <pc:sldMk cId="1740709785" sldId="287"/>
            <ac:spMk id="44" creationId="{919C4730-B7DE-4783-98B6-90CC21610F01}"/>
          </ac:spMkLst>
        </pc:spChg>
      </pc:sldChg>
      <pc:sldChg chg="addSp delSp modSp add mod ord delAnim modAnim modNotesTx">
        <pc:chgData name="Luis Emiro Mosquera Sánchez" userId="f63cff7c-0b9d-4872-96c1-339ed56afcec" providerId="ADAL" clId="{013636CE-2E17-43B6-84AA-DD3B9EF9E8E0}" dt="2026-10-17T14:39:10.791" v="412" actId="20577"/>
        <pc:sldMkLst>
          <pc:docMk/>
          <pc:sldMk cId="3613624129" sldId="288"/>
        </pc:sldMkLst>
        <pc:spChg chg="mod">
          <ac:chgData name="Luis Emiro Mosquera Sánchez" userId="f63cff7c-0b9d-4872-96c1-339ed56afcec" providerId="ADAL" clId="{013636CE-2E17-43B6-84AA-DD3B9EF9E8E0}" dt="2026-10-17T11:09:30.810" v="138" actId="27636"/>
          <ac:spMkLst>
            <pc:docMk/>
            <pc:sldMk cId="3613624129" sldId="288"/>
            <ac:spMk id="3" creationId="{581922DE-B221-4C4B-ACF9-BD70B46F55BF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0" creationId="{2B1E6A36-7E77-435B-A075-77BFBF13591E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1" creationId="{0C6830A1-DB7B-42C3-ADD4-215EC24D5672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2" creationId="{96D3AA4F-9516-4C7D-85C2-3D729C3BFC7F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3" creationId="{AE86247C-E3E9-4CB9-8CE5-0AA77E1C2D22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4" creationId="{F42B339F-FB2D-45FE-AD7F-D888E4575F03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5" creationId="{895B8144-0B97-4512-8BA0-320EE2DEE3E0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6" creationId="{78C976E1-969B-4A62-BBD6-90C6358FD39F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7" creationId="{A9AEB554-D0E3-4CA8-8943-151CE7BF27A2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8" creationId="{B927D313-8784-496B-A837-81AF0356A15D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29" creationId="{8B40C6F8-27D2-4219-AEC9-ED0B1A71C59F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0" creationId="{CA5096C7-83B9-4613-BF9E-97141E411990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1" creationId="{086828DB-8452-40CC-A83E-8ED77B7447AF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2" creationId="{3A41B769-3785-40C1-8C8E-F61EDE5AE1C7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3" creationId="{14CC5B22-697A-4FCE-A7EA-E33C4DDCF457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4" creationId="{F8D675FF-1259-4748-BB76-FFBEF4B795A5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5" creationId="{3E6E4D7F-9FC5-48F3-BA26-122F28E9B89C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6" creationId="{4EFAF6B7-CAB8-4F80-9FE0-9CAA9EAD49B7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7" creationId="{6B5B5C17-94AB-4101-8933-430C4C8F013C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8" creationId="{A5F33E75-38F3-4AC4-9021-591FBDA41E58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39" creationId="{1C0C4CCC-5CCC-4EE5-9AC8-1CC0779F8B03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40" creationId="{972F23B1-DA52-45E0-84F6-0D8D0DF2FA99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41" creationId="{48580754-2F23-40FA-B5EB-2F3287F1B538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42" creationId="{9101EF8C-68D5-49F2-A756-BD325DC0CC02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43" creationId="{D53E5EA9-76EE-4AF2-BA04-82C7DC804AB9}"/>
          </ac:spMkLst>
        </pc:spChg>
        <pc:spChg chg="del">
          <ac:chgData name="Luis Emiro Mosquera Sánchez" userId="f63cff7c-0b9d-4872-96c1-339ed56afcec" providerId="ADAL" clId="{013636CE-2E17-43B6-84AA-DD3B9EF9E8E0}" dt="2026-10-17T11:09:51.861" v="139" actId="478"/>
          <ac:spMkLst>
            <pc:docMk/>
            <pc:sldMk cId="3613624129" sldId="288"/>
            <ac:spMk id="44" creationId="{919C4730-B7DE-4783-98B6-90CC21610F01}"/>
          </ac:spMkLst>
        </pc:spChg>
        <pc:spChg chg="add mod">
          <ac:chgData name="Luis Emiro Mosquera Sánchez" userId="f63cff7c-0b9d-4872-96c1-339ed56afcec" providerId="ADAL" clId="{013636CE-2E17-43B6-84AA-DD3B9EF9E8E0}" dt="2026-10-17T11:15:31.984" v="177" actId="1076"/>
          <ac:spMkLst>
            <pc:docMk/>
            <pc:sldMk cId="3613624129" sldId="288"/>
            <ac:spMk id="46" creationId="{C58F391E-CA72-44C9-A7DB-1A8614CCA498}"/>
          </ac:spMkLst>
        </pc:spChg>
        <pc:graphicFrameChg chg="add mod modGraphic">
          <ac:chgData name="Luis Emiro Mosquera Sánchez" userId="f63cff7c-0b9d-4872-96c1-339ed56afcec" providerId="ADAL" clId="{013636CE-2E17-43B6-84AA-DD3B9EF9E8E0}" dt="2026-10-17T11:10:54.001" v="148" actId="14734"/>
          <ac:graphicFrameMkLst>
            <pc:docMk/>
            <pc:sldMk cId="3613624129" sldId="288"/>
            <ac:graphicFrameMk id="45" creationId="{6DFC5D79-438A-4318-B557-8DDE41F68088}"/>
          </ac:graphicFrameMkLst>
        </pc:graphicFrameChg>
      </pc:sldChg>
      <pc:sldChg chg="modSp add del mod ord modNotesTx">
        <pc:chgData name="Luis Emiro Mosquera Sánchez" userId="f63cff7c-0b9d-4872-96c1-339ed56afcec" providerId="ADAL" clId="{013636CE-2E17-43B6-84AA-DD3B9EF9E8E0}" dt="2026-10-17T14:38:56.353" v="411" actId="47"/>
        <pc:sldMkLst>
          <pc:docMk/>
          <pc:sldMk cId="2683651312" sldId="289"/>
        </pc:sldMkLst>
        <pc:graphicFrameChg chg="mod modGraphic">
          <ac:chgData name="Luis Emiro Mosquera Sánchez" userId="f63cff7c-0b9d-4872-96c1-339ed56afcec" providerId="ADAL" clId="{013636CE-2E17-43B6-84AA-DD3B9EF9E8E0}" dt="2026-10-17T11:12:48.742" v="157"/>
          <ac:graphicFrameMkLst>
            <pc:docMk/>
            <pc:sldMk cId="2683651312" sldId="289"/>
            <ac:graphicFrameMk id="45" creationId="{6DFC5D79-438A-4318-B557-8DDE41F68088}"/>
          </ac:graphicFrameMkLst>
        </pc:graphicFrameChg>
      </pc:sldChg>
      <pc:sldChg chg="modSp add del mod">
        <pc:chgData name="Luis Emiro Mosquera Sánchez" userId="f63cff7c-0b9d-4872-96c1-339ed56afcec" providerId="ADAL" clId="{013636CE-2E17-43B6-84AA-DD3B9EF9E8E0}" dt="2026-10-17T14:38:56.353" v="411" actId="47"/>
        <pc:sldMkLst>
          <pc:docMk/>
          <pc:sldMk cId="284679473" sldId="290"/>
        </pc:sldMkLst>
        <pc:graphicFrameChg chg="modGraphic">
          <ac:chgData name="Luis Emiro Mosquera Sánchez" userId="f63cff7c-0b9d-4872-96c1-339ed56afcec" providerId="ADAL" clId="{013636CE-2E17-43B6-84AA-DD3B9EF9E8E0}" dt="2026-10-17T11:13:26.645" v="163" actId="2164"/>
          <ac:graphicFrameMkLst>
            <pc:docMk/>
            <pc:sldMk cId="284679473" sldId="290"/>
            <ac:graphicFrameMk id="45" creationId="{6DFC5D79-438A-4318-B557-8DDE41F68088}"/>
          </ac:graphicFrameMkLst>
        </pc:graphicFrameChg>
      </pc:sldChg>
      <pc:sldChg chg="modSp add del mod">
        <pc:chgData name="Luis Emiro Mosquera Sánchez" userId="f63cff7c-0b9d-4872-96c1-339ed56afcec" providerId="ADAL" clId="{013636CE-2E17-43B6-84AA-DD3B9EF9E8E0}" dt="2026-10-17T14:38:56.353" v="411" actId="47"/>
        <pc:sldMkLst>
          <pc:docMk/>
          <pc:sldMk cId="559419506" sldId="291"/>
        </pc:sldMkLst>
        <pc:graphicFrameChg chg="modGraphic">
          <ac:chgData name="Luis Emiro Mosquera Sánchez" userId="f63cff7c-0b9d-4872-96c1-339ed56afcec" providerId="ADAL" clId="{013636CE-2E17-43B6-84AA-DD3B9EF9E8E0}" dt="2026-10-17T11:14:56.239" v="175" actId="20577"/>
          <ac:graphicFrameMkLst>
            <pc:docMk/>
            <pc:sldMk cId="559419506" sldId="291"/>
            <ac:graphicFrameMk id="45" creationId="{6DFC5D79-438A-4318-B557-8DDE41F68088}"/>
          </ac:graphicFrameMkLst>
        </pc:graphicFrameChg>
      </pc:sldChg>
      <pc:sldChg chg="modSp add del mod">
        <pc:chgData name="Luis Emiro Mosquera Sánchez" userId="f63cff7c-0b9d-4872-96c1-339ed56afcec" providerId="ADAL" clId="{013636CE-2E17-43B6-84AA-DD3B9EF9E8E0}" dt="2026-10-17T14:38:56.353" v="411" actId="47"/>
        <pc:sldMkLst>
          <pc:docMk/>
          <pc:sldMk cId="3082108022" sldId="292"/>
        </pc:sldMkLst>
        <pc:graphicFrameChg chg="modGraphic">
          <ac:chgData name="Luis Emiro Mosquera Sánchez" userId="f63cff7c-0b9d-4872-96c1-339ed56afcec" providerId="ADAL" clId="{013636CE-2E17-43B6-84AA-DD3B9EF9E8E0}" dt="2026-10-17T11:13:31.539" v="164" actId="2164"/>
          <ac:graphicFrameMkLst>
            <pc:docMk/>
            <pc:sldMk cId="3082108022" sldId="292"/>
            <ac:graphicFrameMk id="45" creationId="{6DFC5D79-438A-4318-B557-8DDE41F68088}"/>
          </ac:graphicFrameMkLst>
        </pc:graphicFrameChg>
      </pc:sldChg>
      <pc:sldChg chg="modSp add del mod">
        <pc:chgData name="Luis Emiro Mosquera Sánchez" userId="f63cff7c-0b9d-4872-96c1-339ed56afcec" providerId="ADAL" clId="{013636CE-2E17-43B6-84AA-DD3B9EF9E8E0}" dt="2026-10-17T14:38:56.353" v="411" actId="47"/>
        <pc:sldMkLst>
          <pc:docMk/>
          <pc:sldMk cId="1466633012" sldId="293"/>
        </pc:sldMkLst>
        <pc:graphicFrameChg chg="modGraphic">
          <ac:chgData name="Luis Emiro Mosquera Sánchez" userId="f63cff7c-0b9d-4872-96c1-339ed56afcec" providerId="ADAL" clId="{013636CE-2E17-43B6-84AA-DD3B9EF9E8E0}" dt="2026-10-17T11:13:37.158" v="165" actId="2164"/>
          <ac:graphicFrameMkLst>
            <pc:docMk/>
            <pc:sldMk cId="1466633012" sldId="293"/>
            <ac:graphicFrameMk id="45" creationId="{6DFC5D79-438A-4318-B557-8DDE41F68088}"/>
          </ac:graphicFrameMkLst>
        </pc:graphicFrameChg>
      </pc:sldChg>
      <pc:sldChg chg="modSp add del mod">
        <pc:chgData name="Luis Emiro Mosquera Sánchez" userId="f63cff7c-0b9d-4872-96c1-339ed56afcec" providerId="ADAL" clId="{013636CE-2E17-43B6-84AA-DD3B9EF9E8E0}" dt="2026-10-17T14:38:56.353" v="411" actId="47"/>
        <pc:sldMkLst>
          <pc:docMk/>
          <pc:sldMk cId="3996974141" sldId="294"/>
        </pc:sldMkLst>
        <pc:graphicFrameChg chg="modGraphic">
          <ac:chgData name="Luis Emiro Mosquera Sánchez" userId="f63cff7c-0b9d-4872-96c1-339ed56afcec" providerId="ADAL" clId="{013636CE-2E17-43B6-84AA-DD3B9EF9E8E0}" dt="2026-10-17T11:13:41.874" v="166" actId="2164"/>
          <ac:graphicFrameMkLst>
            <pc:docMk/>
            <pc:sldMk cId="3996974141" sldId="294"/>
            <ac:graphicFrameMk id="45" creationId="{6DFC5D79-438A-4318-B557-8DDE41F68088}"/>
          </ac:graphicFrameMkLst>
        </pc:graphicFrameChg>
      </pc:sldChg>
      <pc:sldChg chg="addSp delSp modSp add mod ord delAnim modAnim modNotesTx">
        <pc:chgData name="Luis Emiro Mosquera Sánchez" userId="f63cff7c-0b9d-4872-96c1-339ed56afcec" providerId="ADAL" clId="{013636CE-2E17-43B6-84AA-DD3B9EF9E8E0}" dt="2026-10-17T14:39:14.020" v="413" actId="20577"/>
        <pc:sldMkLst>
          <pc:docMk/>
          <pc:sldMk cId="1091756527" sldId="295"/>
        </pc:sldMkLst>
        <pc:spChg chg="mod">
          <ac:chgData name="Luis Emiro Mosquera Sánchez" userId="f63cff7c-0b9d-4872-96c1-339ed56afcec" providerId="ADAL" clId="{013636CE-2E17-43B6-84AA-DD3B9EF9E8E0}" dt="2026-10-17T11:16:29.291" v="185"/>
          <ac:spMkLst>
            <pc:docMk/>
            <pc:sldMk cId="1091756527" sldId="295"/>
            <ac:spMk id="3" creationId="{581922DE-B221-4C4B-ACF9-BD70B46F55BF}"/>
          </ac:spMkLst>
        </pc:spChg>
        <pc:spChg chg="mod">
          <ac:chgData name="Luis Emiro Mosquera Sánchez" userId="f63cff7c-0b9d-4872-96c1-339ed56afcec" providerId="ADAL" clId="{013636CE-2E17-43B6-84AA-DD3B9EF9E8E0}" dt="2026-10-17T11:16:38.158" v="189"/>
          <ac:spMkLst>
            <pc:docMk/>
            <pc:sldMk cId="1091756527" sldId="295"/>
            <ac:spMk id="4" creationId="{0BAF41AC-2E13-0548-859B-D649B9363A3F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7" creationId="{B8166167-4A99-4904-87C4-D59155E023AF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8" creationId="{D965E7C2-9AFD-40D5-8FFE-1068E44C614B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9" creationId="{FEDC2817-E76B-427C-80DB-D8A7C480F18C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0" creationId="{02CA975F-F834-4A11-A9B2-F98C73D7FD58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1" creationId="{43B60954-E62D-4021-A669-036AD603F84A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2" creationId="{968B602D-7154-45D4-A70F-E622E17BD8F2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3" creationId="{F2B2463B-36EC-4D31-9451-A9E1EB5D4D84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4" creationId="{831AE6B9-02F6-4D26-8354-217756E05196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5" creationId="{4852DD27-4B23-4495-BE9F-08A69679F1BF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6" creationId="{4E6DD8E3-CCDB-4511-894A-098AB3EE2005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7" creationId="{282F93B9-C2EA-4BD4-AE1C-F458023AEA33}"/>
          </ac:spMkLst>
        </pc:spChg>
        <pc:spChg chg="del">
          <ac:chgData name="Luis Emiro Mosquera Sánchez" userId="f63cff7c-0b9d-4872-96c1-339ed56afcec" providerId="ADAL" clId="{013636CE-2E17-43B6-84AA-DD3B9EF9E8E0}" dt="2026-10-17T11:16:46.996" v="190" actId="478"/>
          <ac:spMkLst>
            <pc:docMk/>
            <pc:sldMk cId="1091756527" sldId="295"/>
            <ac:spMk id="18" creationId="{994144EF-82CA-4114-A072-CF2666FCE6EE}"/>
          </ac:spMkLst>
        </pc:spChg>
        <pc:spChg chg="del">
          <ac:chgData name="Luis Emiro Mosquera Sánchez" userId="f63cff7c-0b9d-4872-96c1-339ed56afcec" providerId="ADAL" clId="{013636CE-2E17-43B6-84AA-DD3B9EF9E8E0}" dt="2026-10-17T11:17:11.814" v="195" actId="478"/>
          <ac:spMkLst>
            <pc:docMk/>
            <pc:sldMk cId="1091756527" sldId="295"/>
            <ac:spMk id="19" creationId="{0B177479-2498-4A6E-B291-DB06A7BAF869}"/>
          </ac:spMkLst>
        </pc:spChg>
        <pc:spChg chg="add del">
          <ac:chgData name="Luis Emiro Mosquera Sánchez" userId="f63cff7c-0b9d-4872-96c1-339ed56afcec" providerId="ADAL" clId="{013636CE-2E17-43B6-84AA-DD3B9EF9E8E0}" dt="2026-10-17T11:16:51.507" v="192" actId="22"/>
          <ac:spMkLst>
            <pc:docMk/>
            <pc:sldMk cId="1091756527" sldId="295"/>
            <ac:spMk id="20" creationId="{5D44FED8-E7F7-4C67-8CFF-4C8B1E85EAB7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1" creationId="{20EAA828-09E9-40AF-937B-15D835E20131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2" creationId="{0B14D649-CD6A-4DA0-A050-4C3016AD044F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3" creationId="{19F84794-25BD-477B-B920-63FE33693D21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4" creationId="{1BB7C01E-0C4A-4F4C-9B56-74292FD894AD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5" creationId="{AEF2B7FC-4A8A-421B-84E6-E28B2E3B868D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6" creationId="{486B5C38-F708-4E4E-8466-407D66927717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7" creationId="{B9A2BA70-2E7A-4FAA-A762-98C968FF8177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8" creationId="{5230983C-79CF-4AFA-B8EB-92551FA277A7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29" creationId="{C9C2F6CB-C950-4950-B6CC-BE3436D1AD78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30" creationId="{F0B196DC-EF08-4CE9-9DE8-39B223158A13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31" creationId="{FFDBAFA6-1A9A-4693-8211-0F767E22DE62}"/>
          </ac:spMkLst>
        </pc:spChg>
        <pc:spChg chg="add mod">
          <ac:chgData name="Luis Emiro Mosquera Sánchez" userId="f63cff7c-0b9d-4872-96c1-339ed56afcec" providerId="ADAL" clId="{013636CE-2E17-43B6-84AA-DD3B9EF9E8E0}" dt="2026-10-17T11:16:59.796" v="194" actId="1076"/>
          <ac:spMkLst>
            <pc:docMk/>
            <pc:sldMk cId="1091756527" sldId="295"/>
            <ac:spMk id="32" creationId="{768889A3-F266-4519-8980-9347416C0B10}"/>
          </ac:spMkLst>
        </pc:spChg>
        <pc:spChg chg="add mod">
          <ac:chgData name="Luis Emiro Mosquera Sánchez" userId="f63cff7c-0b9d-4872-96c1-339ed56afcec" providerId="ADAL" clId="{013636CE-2E17-43B6-84AA-DD3B9EF9E8E0}" dt="2026-10-17T11:17:15.672" v="197" actId="1076"/>
          <ac:spMkLst>
            <pc:docMk/>
            <pc:sldMk cId="1091756527" sldId="295"/>
            <ac:spMk id="33" creationId="{9296D5F9-7598-46A0-8128-70B77067C2CB}"/>
          </ac:spMkLst>
        </pc:spChg>
      </pc:sldChg>
      <pc:sldChg chg="addSp delSp modSp add mod delAnim modAnim modNotesTx">
        <pc:chgData name="Luis Emiro Mosquera Sánchez" userId="f63cff7c-0b9d-4872-96c1-339ed56afcec" providerId="ADAL" clId="{013636CE-2E17-43B6-84AA-DD3B9EF9E8E0}" dt="2026-10-17T14:39:16.667" v="414" actId="20577"/>
        <pc:sldMkLst>
          <pc:docMk/>
          <pc:sldMk cId="3940769774" sldId="296"/>
        </pc:sldMkLst>
        <pc:spChg chg="mod">
          <ac:chgData name="Luis Emiro Mosquera Sánchez" userId="f63cff7c-0b9d-4872-96c1-339ed56afcec" providerId="ADAL" clId="{013636CE-2E17-43B6-84AA-DD3B9EF9E8E0}" dt="2026-10-17T11:19:00.580" v="200"/>
          <ac:spMkLst>
            <pc:docMk/>
            <pc:sldMk cId="3940769774" sldId="296"/>
            <ac:spMk id="3" creationId="{581922DE-B221-4C4B-ACF9-BD70B46F55BF}"/>
          </ac:spMkLst>
        </pc:spChg>
        <pc:spChg chg="mod">
          <ac:chgData name="Luis Emiro Mosquera Sánchez" userId="f63cff7c-0b9d-4872-96c1-339ed56afcec" providerId="ADAL" clId="{013636CE-2E17-43B6-84AA-DD3B9EF9E8E0}" dt="2026-10-17T11:19:10.796" v="205"/>
          <ac:spMkLst>
            <pc:docMk/>
            <pc:sldMk cId="3940769774" sldId="296"/>
            <ac:spMk id="4" creationId="{0BAF41AC-2E13-0548-859B-D649B9363A3F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18" creationId="{03C1EA52-8395-45AB-A2C5-9D745120DF79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19" creationId="{68C009BC-7C60-4134-8A08-6D8880B2BA19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20" creationId="{867D87D2-8E33-4B43-9B0C-C3C25BD899E7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1" creationId="{20EAA828-09E9-40AF-937B-15D835E20131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2" creationId="{0B14D649-CD6A-4DA0-A050-4C3016AD044F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3" creationId="{19F84794-25BD-477B-B920-63FE33693D21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4" creationId="{1BB7C01E-0C4A-4F4C-9B56-74292FD894AD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5" creationId="{AEF2B7FC-4A8A-421B-84E6-E28B2E3B868D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6" creationId="{486B5C38-F708-4E4E-8466-407D66927717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7" creationId="{B9A2BA70-2E7A-4FAA-A762-98C968FF8177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8" creationId="{5230983C-79CF-4AFA-B8EB-92551FA277A7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29" creationId="{C9C2F6CB-C950-4950-B6CC-BE3436D1AD78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30" creationId="{F0B196DC-EF08-4CE9-9DE8-39B223158A13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31" creationId="{FFDBAFA6-1A9A-4693-8211-0F767E22DE62}"/>
          </ac:spMkLst>
        </pc:spChg>
        <pc:spChg chg="del">
          <ac:chgData name="Luis Emiro Mosquera Sánchez" userId="f63cff7c-0b9d-4872-96c1-339ed56afcec" providerId="ADAL" clId="{013636CE-2E17-43B6-84AA-DD3B9EF9E8E0}" dt="2026-10-17T11:19:56.001" v="206" actId="478"/>
          <ac:spMkLst>
            <pc:docMk/>
            <pc:sldMk cId="3940769774" sldId="296"/>
            <ac:spMk id="32" creationId="{768889A3-F266-4519-8980-9347416C0B10}"/>
          </ac:spMkLst>
        </pc:spChg>
        <pc:spChg chg="del">
          <ac:chgData name="Luis Emiro Mosquera Sánchez" userId="f63cff7c-0b9d-4872-96c1-339ed56afcec" providerId="ADAL" clId="{013636CE-2E17-43B6-84AA-DD3B9EF9E8E0}" dt="2026-10-17T11:20:51.981" v="212" actId="478"/>
          <ac:spMkLst>
            <pc:docMk/>
            <pc:sldMk cId="3940769774" sldId="296"/>
            <ac:spMk id="33" creationId="{9296D5F9-7598-46A0-8128-70B77067C2CB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34" creationId="{36D99E80-BA11-406B-8897-840422FD5FE8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35" creationId="{5D24DC52-AC4E-40E5-9A24-440ABC8E100C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36" creationId="{EF1F0915-DE72-4E1A-98A7-D88FF7FEA79E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37" creationId="{B0E3C858-0661-4C86-81A4-0EB6493100E3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38" creationId="{26442377-CA03-480E-8371-F34FE23D6AA1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39" creationId="{E88C98C7-CE76-4E81-A809-812C10C04BFD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40" creationId="{C075660A-E99D-45C4-BC1F-67C13916C94D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41" creationId="{2B86E75F-D8DF-4684-9F8F-6A89A6EAD2E2}"/>
          </ac:spMkLst>
        </pc:spChg>
        <pc:spChg chg="add mod">
          <ac:chgData name="Luis Emiro Mosquera Sánchez" userId="f63cff7c-0b9d-4872-96c1-339ed56afcec" providerId="ADAL" clId="{013636CE-2E17-43B6-84AA-DD3B9EF9E8E0}" dt="2026-10-17T11:20:01.135" v="208" actId="1076"/>
          <ac:spMkLst>
            <pc:docMk/>
            <pc:sldMk cId="3940769774" sldId="296"/>
            <ac:spMk id="42" creationId="{7353650A-EFCB-4D5D-8287-50CC2B535944}"/>
          </ac:spMkLst>
        </pc:spChg>
        <pc:spChg chg="add mod">
          <ac:chgData name="Luis Emiro Mosquera Sánchez" userId="f63cff7c-0b9d-4872-96c1-339ed56afcec" providerId="ADAL" clId="{013636CE-2E17-43B6-84AA-DD3B9EF9E8E0}" dt="2026-10-17T11:21:21.818" v="214" actId="1076"/>
          <ac:spMkLst>
            <pc:docMk/>
            <pc:sldMk cId="3940769774" sldId="296"/>
            <ac:spMk id="43" creationId="{69260829-A4D9-4D3B-B9C6-A1F199514087}"/>
          </ac:spMkLst>
        </pc:spChg>
        <pc:spChg chg="add mod">
          <ac:chgData name="Luis Emiro Mosquera Sánchez" userId="f63cff7c-0b9d-4872-96c1-339ed56afcec" providerId="ADAL" clId="{013636CE-2E17-43B6-84AA-DD3B9EF9E8E0}" dt="2026-10-17T11:21:21.818" v="214" actId="1076"/>
          <ac:spMkLst>
            <pc:docMk/>
            <pc:sldMk cId="3940769774" sldId="296"/>
            <ac:spMk id="44" creationId="{BEAE55A5-C72E-47CB-93F9-CD13BAA1EEBE}"/>
          </ac:spMkLst>
        </pc:spChg>
        <pc:spChg chg="add mod">
          <ac:chgData name="Luis Emiro Mosquera Sánchez" userId="f63cff7c-0b9d-4872-96c1-339ed56afcec" providerId="ADAL" clId="{013636CE-2E17-43B6-84AA-DD3B9EF9E8E0}" dt="2026-10-17T11:21:21.818" v="214" actId="1076"/>
          <ac:spMkLst>
            <pc:docMk/>
            <pc:sldMk cId="3940769774" sldId="296"/>
            <ac:spMk id="45" creationId="{A0517F0B-86BA-4FC2-9FD1-BD99EF14C0DE}"/>
          </ac:spMkLst>
        </pc:spChg>
      </pc:sldChg>
      <pc:sldChg chg="addSp delSp modSp add mod delAnim modAnim modNotesTx">
        <pc:chgData name="Luis Emiro Mosquera Sánchez" userId="f63cff7c-0b9d-4872-96c1-339ed56afcec" providerId="ADAL" clId="{013636CE-2E17-43B6-84AA-DD3B9EF9E8E0}" dt="2026-10-17T14:39:19.446" v="415" actId="20577"/>
        <pc:sldMkLst>
          <pc:docMk/>
          <pc:sldMk cId="3736481765" sldId="297"/>
        </pc:sldMkLst>
        <pc:spChg chg="mod">
          <ac:chgData name="Luis Emiro Mosquera Sánchez" userId="f63cff7c-0b9d-4872-96c1-339ed56afcec" providerId="ADAL" clId="{013636CE-2E17-43B6-84AA-DD3B9EF9E8E0}" dt="2026-10-17T11:22:18.877" v="218"/>
          <ac:spMkLst>
            <pc:docMk/>
            <pc:sldMk cId="3736481765" sldId="297"/>
            <ac:spMk id="3" creationId="{581922DE-B221-4C4B-ACF9-BD70B46F55BF}"/>
          </ac:spMkLst>
        </pc:spChg>
        <pc:spChg chg="mod">
          <ac:chgData name="Luis Emiro Mosquera Sánchez" userId="f63cff7c-0b9d-4872-96c1-339ed56afcec" providerId="ADAL" clId="{013636CE-2E17-43B6-84AA-DD3B9EF9E8E0}" dt="2026-10-17T11:22:37.016" v="224" actId="27636"/>
          <ac:spMkLst>
            <pc:docMk/>
            <pc:sldMk cId="3736481765" sldId="297"/>
            <ac:spMk id="4" creationId="{0BAF41AC-2E13-0548-859B-D649B9363A3F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18" creationId="{03C1EA52-8395-45AB-A2C5-9D745120DF79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19" creationId="{68C009BC-7C60-4134-8A08-6D8880B2BA19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20" creationId="{867D87D2-8E33-4B43-9B0C-C3C25BD899E7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1" creationId="{0F59708C-AAD5-49BE-94EB-CF5F8F1DD58E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2" creationId="{F9AAC079-4038-4F47-B443-533C09B6FF11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3" creationId="{7426B392-C7BB-4984-8E2C-25EAA020A850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4" creationId="{AD2AA1CE-4FF1-4336-A28E-13E54F3EDE3E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5" creationId="{05BD9BAE-A3EF-4F6C-BDB3-F95586E23C1B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6" creationId="{CA12DD96-A328-4791-B094-2480CC4EB44C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7" creationId="{5FF469CB-5D3F-426A-A047-4FA67C38E1CF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8" creationId="{DBD2E9C0-5B04-4DA1-99DA-86857E3AB7D2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29" creationId="{B0A10DA3-0D1C-4FA3-AA8A-C6D4B3F0455D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30" creationId="{B2B0FC44-19B4-4D21-B62A-18E8C5A6FA19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31" creationId="{CA69DD5C-CBF6-4E67-9F4C-23118954C064}"/>
          </ac:spMkLst>
        </pc:spChg>
        <pc:spChg chg="add mod">
          <ac:chgData name="Luis Emiro Mosquera Sánchez" userId="f63cff7c-0b9d-4872-96c1-339ed56afcec" providerId="ADAL" clId="{013636CE-2E17-43B6-84AA-DD3B9EF9E8E0}" dt="2026-10-17T11:23:02.882" v="227" actId="1076"/>
          <ac:spMkLst>
            <pc:docMk/>
            <pc:sldMk cId="3736481765" sldId="297"/>
            <ac:spMk id="32" creationId="{881D0753-BB55-43B1-A3D7-D43BBB4428DC}"/>
          </ac:spMkLst>
        </pc:spChg>
        <pc:spChg chg="add mod">
          <ac:chgData name="Luis Emiro Mosquera Sánchez" userId="f63cff7c-0b9d-4872-96c1-339ed56afcec" providerId="ADAL" clId="{013636CE-2E17-43B6-84AA-DD3B9EF9E8E0}" dt="2026-10-17T11:23:59.464" v="234" actId="1076"/>
          <ac:spMkLst>
            <pc:docMk/>
            <pc:sldMk cId="3736481765" sldId="297"/>
            <ac:spMk id="33" creationId="{640FB9A0-EF11-4657-BD6A-E593E97DB14F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34" creationId="{36D99E80-BA11-406B-8897-840422FD5FE8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35" creationId="{5D24DC52-AC4E-40E5-9A24-440ABC8E100C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36" creationId="{EF1F0915-DE72-4E1A-98A7-D88FF7FEA79E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37" creationId="{B0E3C858-0661-4C86-81A4-0EB6493100E3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38" creationId="{26442377-CA03-480E-8371-F34FE23D6AA1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39" creationId="{E88C98C7-CE76-4E81-A809-812C10C04BFD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40" creationId="{C075660A-E99D-45C4-BC1F-67C13916C94D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41" creationId="{2B86E75F-D8DF-4684-9F8F-6A89A6EAD2E2}"/>
          </ac:spMkLst>
        </pc:spChg>
        <pc:spChg chg="del">
          <ac:chgData name="Luis Emiro Mosquera Sánchez" userId="f63cff7c-0b9d-4872-96c1-339ed56afcec" providerId="ADAL" clId="{013636CE-2E17-43B6-84AA-DD3B9EF9E8E0}" dt="2026-10-17T11:22:56.022" v="225" actId="478"/>
          <ac:spMkLst>
            <pc:docMk/>
            <pc:sldMk cId="3736481765" sldId="297"/>
            <ac:spMk id="42" creationId="{7353650A-EFCB-4D5D-8287-50CC2B535944}"/>
          </ac:spMkLst>
        </pc:spChg>
        <pc:spChg chg="del mod">
          <ac:chgData name="Luis Emiro Mosquera Sánchez" userId="f63cff7c-0b9d-4872-96c1-339ed56afcec" providerId="ADAL" clId="{013636CE-2E17-43B6-84AA-DD3B9EF9E8E0}" dt="2026-10-17T11:23:35.817" v="229" actId="478"/>
          <ac:spMkLst>
            <pc:docMk/>
            <pc:sldMk cId="3736481765" sldId="297"/>
            <ac:spMk id="43" creationId="{69260829-A4D9-4D3B-B9C6-A1F199514087}"/>
          </ac:spMkLst>
        </pc:spChg>
        <pc:spChg chg="del">
          <ac:chgData name="Luis Emiro Mosquera Sánchez" userId="f63cff7c-0b9d-4872-96c1-339ed56afcec" providerId="ADAL" clId="{013636CE-2E17-43B6-84AA-DD3B9EF9E8E0}" dt="2026-10-17T11:23:38.131" v="230" actId="478"/>
          <ac:spMkLst>
            <pc:docMk/>
            <pc:sldMk cId="3736481765" sldId="297"/>
            <ac:spMk id="44" creationId="{BEAE55A5-C72E-47CB-93F9-CD13BAA1EEBE}"/>
          </ac:spMkLst>
        </pc:spChg>
        <pc:spChg chg="del">
          <ac:chgData name="Luis Emiro Mosquera Sánchez" userId="f63cff7c-0b9d-4872-96c1-339ed56afcec" providerId="ADAL" clId="{013636CE-2E17-43B6-84AA-DD3B9EF9E8E0}" dt="2026-10-17T11:23:40.578" v="231" actId="478"/>
          <ac:spMkLst>
            <pc:docMk/>
            <pc:sldMk cId="3736481765" sldId="297"/>
            <ac:spMk id="45" creationId="{A0517F0B-86BA-4FC2-9FD1-BD99EF14C0DE}"/>
          </ac:spMkLst>
        </pc:spChg>
      </pc:sldChg>
      <pc:sldChg chg="addSp delSp modSp add mod delAnim modAnim modNotesTx">
        <pc:chgData name="Luis Emiro Mosquera Sánchez" userId="f63cff7c-0b9d-4872-96c1-339ed56afcec" providerId="ADAL" clId="{013636CE-2E17-43B6-84AA-DD3B9EF9E8E0}" dt="2026-10-17T14:39:21.833" v="416" actId="20577"/>
        <pc:sldMkLst>
          <pc:docMk/>
          <pc:sldMk cId="410036995" sldId="298"/>
        </pc:sldMkLst>
        <pc:spChg chg="mod">
          <ac:chgData name="Luis Emiro Mosquera Sánchez" userId="f63cff7c-0b9d-4872-96c1-339ed56afcec" providerId="ADAL" clId="{013636CE-2E17-43B6-84AA-DD3B9EF9E8E0}" dt="2026-10-17T11:26:16.669" v="242"/>
          <ac:spMkLst>
            <pc:docMk/>
            <pc:sldMk cId="410036995" sldId="298"/>
            <ac:spMk id="3" creationId="{581922DE-B221-4C4B-ACF9-BD70B46F55BF}"/>
          </ac:spMkLst>
        </pc:spChg>
        <pc:spChg chg="mod">
          <ac:chgData name="Luis Emiro Mosquera Sánchez" userId="f63cff7c-0b9d-4872-96c1-339ed56afcec" providerId="ADAL" clId="{013636CE-2E17-43B6-84AA-DD3B9EF9E8E0}" dt="2026-10-17T11:26:42.990" v="247"/>
          <ac:spMkLst>
            <pc:docMk/>
            <pc:sldMk cId="410036995" sldId="298"/>
            <ac:spMk id="4" creationId="{0BAF41AC-2E13-0548-859B-D649B9363A3F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18" creationId="{FF8FC4C3-DCA6-4933-876A-6F636C38E90C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19" creationId="{F5E94763-FA4F-48A4-9CA3-40880934981C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20" creationId="{0E2D0C03-108C-44FC-87D7-A0BF923EE1B2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21" creationId="{0F59708C-AAD5-49BE-94EB-CF5F8F1DD58E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22" creationId="{F9AAC079-4038-4F47-B443-533C09B6FF11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23" creationId="{7426B392-C7BB-4984-8E2C-25EAA020A850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24" creationId="{AD2AA1CE-4FF1-4336-A28E-13E54F3EDE3E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25" creationId="{05BD9BAE-A3EF-4F6C-BDB3-F95586E23C1B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26" creationId="{CA12DD96-A328-4791-B094-2480CC4EB44C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27" creationId="{5FF469CB-5D3F-426A-A047-4FA67C38E1CF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28" creationId="{DBD2E9C0-5B04-4DA1-99DA-86857E3AB7D2}"/>
          </ac:spMkLst>
        </pc:spChg>
        <pc:spChg chg="del">
          <ac:chgData name="Luis Emiro Mosquera Sánchez" userId="f63cff7c-0b9d-4872-96c1-339ed56afcec" providerId="ADAL" clId="{013636CE-2E17-43B6-84AA-DD3B9EF9E8E0}" dt="2026-10-17T11:27:10.217" v="251" actId="478"/>
          <ac:spMkLst>
            <pc:docMk/>
            <pc:sldMk cId="410036995" sldId="298"/>
            <ac:spMk id="29" creationId="{B0A10DA3-0D1C-4FA3-AA8A-C6D4B3F0455D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30" creationId="{B2B0FC44-19B4-4D21-B62A-18E8C5A6FA19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31" creationId="{CA69DD5C-CBF6-4E67-9F4C-23118954C064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32" creationId="{881D0753-BB55-43B1-A3D7-D43BBB4428DC}"/>
          </ac:spMkLst>
        </pc:spChg>
        <pc:spChg chg="del">
          <ac:chgData name="Luis Emiro Mosquera Sánchez" userId="f63cff7c-0b9d-4872-96c1-339ed56afcec" providerId="ADAL" clId="{013636CE-2E17-43B6-84AA-DD3B9EF9E8E0}" dt="2026-10-17T11:26:57.925" v="248" actId="478"/>
          <ac:spMkLst>
            <pc:docMk/>
            <pc:sldMk cId="410036995" sldId="298"/>
            <ac:spMk id="33" creationId="{640FB9A0-EF11-4657-BD6A-E593E97DB14F}"/>
          </ac:spMkLst>
        </pc:spChg>
        <pc:spChg chg="add mod">
          <ac:chgData name="Luis Emiro Mosquera Sánchez" userId="f63cff7c-0b9d-4872-96c1-339ed56afcec" providerId="ADAL" clId="{013636CE-2E17-43B6-84AA-DD3B9EF9E8E0}" dt="2026-10-17T11:28:10.397" v="254" actId="1076"/>
          <ac:spMkLst>
            <pc:docMk/>
            <pc:sldMk cId="410036995" sldId="298"/>
            <ac:spMk id="34" creationId="{D7E4D338-7937-4577-8E1C-853F6E2032BD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35" creationId="{D264F225-C5FD-400A-BE7D-BEE1AFC43F7E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36" creationId="{178F841F-F3AF-4867-B8E6-871DEE13C6CF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37" creationId="{ABB70212-326B-44E7-9E93-93657D54DCE4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38" creationId="{8329F86F-0DAA-4A03-9CAB-BBB49FE234E6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39" creationId="{28284D59-BCE8-4359-8BA9-7132E52AAD70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40" creationId="{8679E277-07F1-4C64-8BC5-60D92D58869E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41" creationId="{9F4E414C-D852-4549-8C7E-82EAA70F4031}"/>
          </ac:spMkLst>
        </pc:spChg>
        <pc:spChg chg="add mod">
          <ac:chgData name="Luis Emiro Mosquera Sánchez" userId="f63cff7c-0b9d-4872-96c1-339ed56afcec" providerId="ADAL" clId="{013636CE-2E17-43B6-84AA-DD3B9EF9E8E0}" dt="2026-10-17T11:27:07.400" v="250" actId="1076"/>
          <ac:spMkLst>
            <pc:docMk/>
            <pc:sldMk cId="410036995" sldId="298"/>
            <ac:spMk id="42" creationId="{E27E801E-43B6-4F4B-AC50-29CD609336FF}"/>
          </ac:spMkLst>
        </pc:spChg>
        <pc:spChg chg="add mod">
          <ac:chgData name="Luis Emiro Mosquera Sánchez" userId="f63cff7c-0b9d-4872-96c1-339ed56afcec" providerId="ADAL" clId="{013636CE-2E17-43B6-84AA-DD3B9EF9E8E0}" dt="2026-10-17T11:28:14.354" v="255" actId="1076"/>
          <ac:spMkLst>
            <pc:docMk/>
            <pc:sldMk cId="410036995" sldId="298"/>
            <ac:spMk id="43" creationId="{E8110BDC-C24D-4540-99AB-76CB8014957A}"/>
          </ac:spMkLst>
        </pc:spChg>
      </pc:sldChg>
      <pc:sldChg chg="addSp delSp modSp add mod delAnim modAnim modNotesTx">
        <pc:chgData name="Luis Emiro Mosquera Sánchez" userId="f63cff7c-0b9d-4872-96c1-339ed56afcec" providerId="ADAL" clId="{013636CE-2E17-43B6-84AA-DD3B9EF9E8E0}" dt="2026-10-17T14:39:24.105" v="417" actId="20577"/>
        <pc:sldMkLst>
          <pc:docMk/>
          <pc:sldMk cId="1084581177" sldId="299"/>
        </pc:sldMkLst>
        <pc:spChg chg="mod">
          <ac:chgData name="Luis Emiro Mosquera Sánchez" userId="f63cff7c-0b9d-4872-96c1-339ed56afcec" providerId="ADAL" clId="{013636CE-2E17-43B6-84AA-DD3B9EF9E8E0}" dt="2026-10-17T11:29:14.062" v="265"/>
          <ac:spMkLst>
            <pc:docMk/>
            <pc:sldMk cId="1084581177" sldId="299"/>
            <ac:spMk id="3" creationId="{581922DE-B221-4C4B-ACF9-BD70B46F55BF}"/>
          </ac:spMkLst>
        </pc:spChg>
        <pc:spChg chg="mod">
          <ac:chgData name="Luis Emiro Mosquera Sánchez" userId="f63cff7c-0b9d-4872-96c1-339ed56afcec" providerId="ADAL" clId="{013636CE-2E17-43B6-84AA-DD3B9EF9E8E0}" dt="2026-10-17T11:29:25.110" v="270"/>
          <ac:spMkLst>
            <pc:docMk/>
            <pc:sldMk cId="1084581177" sldId="299"/>
            <ac:spMk id="4" creationId="{0BAF41AC-2E13-0548-859B-D649B9363A3F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18" creationId="{FF8FC4C3-DCA6-4933-876A-6F636C38E90C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19" creationId="{F5E94763-FA4F-48A4-9CA3-40880934981C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20" creationId="{0E2D0C03-108C-44FC-87D7-A0BF923EE1B2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1" creationId="{A51F38C9-2E84-4B5A-AA2E-C6A8A59C7D42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2" creationId="{2F0147A4-585D-41CC-BDAB-81C884E3F498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3" creationId="{FAC0138F-965F-4F94-8EE8-3760E941FFDA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4" creationId="{5984FA4B-EC3D-40AA-9198-D642CED3A7BE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5" creationId="{A6370AAF-F1EA-4B42-BBE8-2B0B4498AB5A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6" creationId="{14B1AB73-7E69-4AB2-909E-3EBAF9704947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7" creationId="{A2D5DCD0-4BA6-42F8-B5DC-857F8F4F40EF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8" creationId="{FB638C46-B110-40F7-9F5F-B37FBB30AEF6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29" creationId="{A77C333E-9B1A-4F6E-8139-D46E6E28009A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30" creationId="{2C842B3B-1403-41A0-AA07-5234A9206CCA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31" creationId="{C195E2A4-6DD2-4CD5-B834-73530FC2C6E8}"/>
          </ac:spMkLst>
        </pc:spChg>
        <pc:spChg chg="add mod">
          <ac:chgData name="Luis Emiro Mosquera Sánchez" userId="f63cff7c-0b9d-4872-96c1-339ed56afcec" providerId="ADAL" clId="{013636CE-2E17-43B6-84AA-DD3B9EF9E8E0}" dt="2026-10-17T11:31:13.071" v="273" actId="1076"/>
          <ac:spMkLst>
            <pc:docMk/>
            <pc:sldMk cId="1084581177" sldId="299"/>
            <ac:spMk id="32" creationId="{00E97C7B-96F6-4127-B1E1-D01426CC868A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34" creationId="{D7E4D338-7937-4577-8E1C-853F6E2032BD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35" creationId="{D264F225-C5FD-400A-BE7D-BEE1AFC43F7E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36" creationId="{178F841F-F3AF-4867-B8E6-871DEE13C6CF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37" creationId="{ABB70212-326B-44E7-9E93-93657D54DCE4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38" creationId="{8329F86F-0DAA-4A03-9CAB-BBB49FE234E6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39" creationId="{28284D59-BCE8-4359-8BA9-7132E52AAD70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40" creationId="{8679E277-07F1-4C64-8BC5-60D92D58869E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41" creationId="{9F4E414C-D852-4549-8C7E-82EAA70F4031}"/>
          </ac:spMkLst>
        </pc:spChg>
        <pc:spChg chg="del">
          <ac:chgData name="Luis Emiro Mosquera Sánchez" userId="f63cff7c-0b9d-4872-96c1-339ed56afcec" providerId="ADAL" clId="{013636CE-2E17-43B6-84AA-DD3B9EF9E8E0}" dt="2026-10-17T11:29:31.334" v="271" actId="478"/>
          <ac:spMkLst>
            <pc:docMk/>
            <pc:sldMk cId="1084581177" sldId="299"/>
            <ac:spMk id="42" creationId="{E27E801E-43B6-4F4B-AC50-29CD609336FF}"/>
          </ac:spMkLst>
        </pc:spChg>
        <pc:spChg chg="mod">
          <ac:chgData name="Luis Emiro Mosquera Sánchez" userId="f63cff7c-0b9d-4872-96c1-339ed56afcec" providerId="ADAL" clId="{013636CE-2E17-43B6-84AA-DD3B9EF9E8E0}" dt="2026-10-17T11:32:20.851" v="277"/>
          <ac:spMkLst>
            <pc:docMk/>
            <pc:sldMk cId="1084581177" sldId="299"/>
            <ac:spMk id="43" creationId="{E8110BDC-C24D-4540-99AB-76CB8014957A}"/>
          </ac:spMkLst>
        </pc:spChg>
      </pc:sldChg>
      <pc:sldChg chg="addSp delSp modSp add mod delAnim modAnim modNotesTx">
        <pc:chgData name="Luis Emiro Mosquera Sánchez" userId="f63cff7c-0b9d-4872-96c1-339ed56afcec" providerId="ADAL" clId="{013636CE-2E17-43B6-84AA-DD3B9EF9E8E0}" dt="2026-10-17T14:39:27.194" v="418" actId="20577"/>
        <pc:sldMkLst>
          <pc:docMk/>
          <pc:sldMk cId="4038144760" sldId="300"/>
        </pc:sldMkLst>
        <pc:spChg chg="del mod">
          <ac:chgData name="Luis Emiro Mosquera Sánchez" userId="f63cff7c-0b9d-4872-96c1-339ed56afcec" providerId="ADAL" clId="{013636CE-2E17-43B6-84AA-DD3B9EF9E8E0}" dt="2026-10-17T11:34:28.445" v="292" actId="478"/>
          <ac:spMkLst>
            <pc:docMk/>
            <pc:sldMk cId="4038144760" sldId="300"/>
            <ac:spMk id="2" creationId="{A106419E-8ECE-447E-B9CD-50786F792A88}"/>
          </ac:spMkLst>
        </pc:spChg>
        <pc:spChg chg="mod">
          <ac:chgData name="Luis Emiro Mosquera Sánchez" userId="f63cff7c-0b9d-4872-96c1-339ed56afcec" providerId="ADAL" clId="{013636CE-2E17-43B6-84AA-DD3B9EF9E8E0}" dt="2026-10-17T11:33:43.071" v="286" actId="27636"/>
          <ac:spMkLst>
            <pc:docMk/>
            <pc:sldMk cId="4038144760" sldId="300"/>
            <ac:spMk id="3" creationId="{581922DE-B221-4C4B-ACF9-BD70B46F55BF}"/>
          </ac:spMkLst>
        </pc:spChg>
        <pc:spChg chg="del">
          <ac:chgData name="Luis Emiro Mosquera Sánchez" userId="f63cff7c-0b9d-4872-96c1-339ed56afcec" providerId="ADAL" clId="{013636CE-2E17-43B6-84AA-DD3B9EF9E8E0}" dt="2026-10-17T11:35:01.086" v="301" actId="478"/>
          <ac:spMkLst>
            <pc:docMk/>
            <pc:sldMk cId="4038144760" sldId="300"/>
            <ac:spMk id="4" creationId="{0BAF41AC-2E13-0548-859B-D649B9363A3F}"/>
          </ac:spMkLst>
        </pc:spChg>
        <pc:spChg chg="add del mod">
          <ac:chgData name="Luis Emiro Mosquera Sánchez" userId="f63cff7c-0b9d-4872-96c1-339ed56afcec" providerId="ADAL" clId="{013636CE-2E17-43B6-84AA-DD3B9EF9E8E0}" dt="2026-10-17T11:34:32.703" v="293" actId="478"/>
          <ac:spMkLst>
            <pc:docMk/>
            <pc:sldMk cId="4038144760" sldId="300"/>
            <ac:spMk id="6" creationId="{F0D0ED14-D2C5-45B2-9685-E8B4F7C45F66}"/>
          </ac:spMkLst>
        </pc:spChg>
        <pc:spChg chg="add mod">
          <ac:chgData name="Luis Emiro Mosquera Sánchez" userId="f63cff7c-0b9d-4872-96c1-339ed56afcec" providerId="ADAL" clId="{013636CE-2E17-43B6-84AA-DD3B9EF9E8E0}" dt="2026-10-17T11:35:08.539" v="302" actId="1076"/>
          <ac:spMkLst>
            <pc:docMk/>
            <pc:sldMk cId="4038144760" sldId="300"/>
            <ac:spMk id="20" creationId="{64D5FC44-8AF2-4DF4-B5DC-045BC3F8EDF3}"/>
          </ac:spMkLst>
        </pc:spChg>
        <pc:spChg chg="del">
          <ac:chgData name="Luis Emiro Mosquera Sánchez" userId="f63cff7c-0b9d-4872-96c1-339ed56afcec" providerId="ADAL" clId="{013636CE-2E17-43B6-84AA-DD3B9EF9E8E0}" dt="2026-10-17T11:34:23.447" v="289" actId="478"/>
          <ac:spMkLst>
            <pc:docMk/>
            <pc:sldMk cId="4038144760" sldId="300"/>
            <ac:spMk id="21" creationId="{A51F38C9-2E84-4B5A-AA2E-C6A8A59C7D42}"/>
          </ac:spMkLst>
        </pc:spChg>
        <pc:spChg chg="del">
          <ac:chgData name="Luis Emiro Mosquera Sánchez" userId="f63cff7c-0b9d-4872-96c1-339ed56afcec" providerId="ADAL" clId="{013636CE-2E17-43B6-84AA-DD3B9EF9E8E0}" dt="2026-10-17T11:34:44.788" v="298" actId="478"/>
          <ac:spMkLst>
            <pc:docMk/>
            <pc:sldMk cId="4038144760" sldId="300"/>
            <ac:spMk id="22" creationId="{2F0147A4-585D-41CC-BDAB-81C884E3F498}"/>
          </ac:spMkLst>
        </pc:spChg>
        <pc:spChg chg="del">
          <ac:chgData name="Luis Emiro Mosquera Sánchez" userId="f63cff7c-0b9d-4872-96c1-339ed56afcec" providerId="ADAL" clId="{013636CE-2E17-43B6-84AA-DD3B9EF9E8E0}" dt="2026-10-17T11:34:18.142" v="288" actId="478"/>
          <ac:spMkLst>
            <pc:docMk/>
            <pc:sldMk cId="4038144760" sldId="300"/>
            <ac:spMk id="23" creationId="{FAC0138F-965F-4F94-8EE8-3760E941FFDA}"/>
          </ac:spMkLst>
        </pc:spChg>
        <pc:spChg chg="del">
          <ac:chgData name="Luis Emiro Mosquera Sánchez" userId="f63cff7c-0b9d-4872-96c1-339ed56afcec" providerId="ADAL" clId="{013636CE-2E17-43B6-84AA-DD3B9EF9E8E0}" dt="2026-10-17T11:34:18.142" v="288" actId="478"/>
          <ac:spMkLst>
            <pc:docMk/>
            <pc:sldMk cId="4038144760" sldId="300"/>
            <ac:spMk id="24" creationId="{5984FA4B-EC3D-40AA-9198-D642CED3A7BE}"/>
          </ac:spMkLst>
        </pc:spChg>
        <pc:spChg chg="del">
          <ac:chgData name="Luis Emiro Mosquera Sánchez" userId="f63cff7c-0b9d-4872-96c1-339ed56afcec" providerId="ADAL" clId="{013636CE-2E17-43B6-84AA-DD3B9EF9E8E0}" dt="2026-10-17T11:34:38.721" v="294" actId="478"/>
          <ac:spMkLst>
            <pc:docMk/>
            <pc:sldMk cId="4038144760" sldId="300"/>
            <ac:spMk id="25" creationId="{A6370AAF-F1EA-4B42-BBE8-2B0B4498AB5A}"/>
          </ac:spMkLst>
        </pc:spChg>
        <pc:spChg chg="del">
          <ac:chgData name="Luis Emiro Mosquera Sánchez" userId="f63cff7c-0b9d-4872-96c1-339ed56afcec" providerId="ADAL" clId="{013636CE-2E17-43B6-84AA-DD3B9EF9E8E0}" dt="2026-10-17T11:34:43.364" v="297" actId="478"/>
          <ac:spMkLst>
            <pc:docMk/>
            <pc:sldMk cId="4038144760" sldId="300"/>
            <ac:spMk id="26" creationId="{14B1AB73-7E69-4AB2-909E-3EBAF9704947}"/>
          </ac:spMkLst>
        </pc:spChg>
        <pc:spChg chg="del">
          <ac:chgData name="Luis Emiro Mosquera Sánchez" userId="f63cff7c-0b9d-4872-96c1-339ed56afcec" providerId="ADAL" clId="{013636CE-2E17-43B6-84AA-DD3B9EF9E8E0}" dt="2026-10-17T11:34:18.142" v="288" actId="478"/>
          <ac:spMkLst>
            <pc:docMk/>
            <pc:sldMk cId="4038144760" sldId="300"/>
            <ac:spMk id="27" creationId="{A2D5DCD0-4BA6-42F8-B5DC-857F8F4F40EF}"/>
          </ac:spMkLst>
        </pc:spChg>
        <pc:spChg chg="del">
          <ac:chgData name="Luis Emiro Mosquera Sánchez" userId="f63cff7c-0b9d-4872-96c1-339ed56afcec" providerId="ADAL" clId="{013636CE-2E17-43B6-84AA-DD3B9EF9E8E0}" dt="2026-10-17T11:34:18.142" v="288" actId="478"/>
          <ac:spMkLst>
            <pc:docMk/>
            <pc:sldMk cId="4038144760" sldId="300"/>
            <ac:spMk id="28" creationId="{FB638C46-B110-40F7-9F5F-B37FBB30AEF6}"/>
          </ac:spMkLst>
        </pc:spChg>
        <pc:spChg chg="del">
          <ac:chgData name="Luis Emiro Mosquera Sánchez" userId="f63cff7c-0b9d-4872-96c1-339ed56afcec" providerId="ADAL" clId="{013636CE-2E17-43B6-84AA-DD3B9EF9E8E0}" dt="2026-10-17T11:34:39.732" v="295" actId="478"/>
          <ac:spMkLst>
            <pc:docMk/>
            <pc:sldMk cId="4038144760" sldId="300"/>
            <ac:spMk id="29" creationId="{A77C333E-9B1A-4F6E-8139-D46E6E28009A}"/>
          </ac:spMkLst>
        </pc:spChg>
        <pc:spChg chg="del">
          <ac:chgData name="Luis Emiro Mosquera Sánchez" userId="f63cff7c-0b9d-4872-96c1-339ed56afcec" providerId="ADAL" clId="{013636CE-2E17-43B6-84AA-DD3B9EF9E8E0}" dt="2026-10-17T11:34:41.958" v="296" actId="478"/>
          <ac:spMkLst>
            <pc:docMk/>
            <pc:sldMk cId="4038144760" sldId="300"/>
            <ac:spMk id="30" creationId="{2C842B3B-1403-41A0-AA07-5234A9206CCA}"/>
          </ac:spMkLst>
        </pc:spChg>
        <pc:spChg chg="del">
          <ac:chgData name="Luis Emiro Mosquera Sánchez" userId="f63cff7c-0b9d-4872-96c1-339ed56afcec" providerId="ADAL" clId="{013636CE-2E17-43B6-84AA-DD3B9EF9E8E0}" dt="2026-10-17T11:34:18.142" v="288" actId="478"/>
          <ac:spMkLst>
            <pc:docMk/>
            <pc:sldMk cId="4038144760" sldId="300"/>
            <ac:spMk id="31" creationId="{C195E2A4-6DD2-4CD5-B834-73530FC2C6E8}"/>
          </ac:spMkLst>
        </pc:spChg>
        <pc:spChg chg="del">
          <ac:chgData name="Luis Emiro Mosquera Sánchez" userId="f63cff7c-0b9d-4872-96c1-339ed56afcec" providerId="ADAL" clId="{013636CE-2E17-43B6-84AA-DD3B9EF9E8E0}" dt="2026-10-17T11:34:18.142" v="288" actId="478"/>
          <ac:spMkLst>
            <pc:docMk/>
            <pc:sldMk cId="4038144760" sldId="300"/>
            <ac:spMk id="32" creationId="{00E97C7B-96F6-4127-B1E1-D01426CC868A}"/>
          </ac:spMkLst>
        </pc:spChg>
        <pc:spChg chg="add mod">
          <ac:chgData name="Luis Emiro Mosquera Sánchez" userId="f63cff7c-0b9d-4872-96c1-339ed56afcec" providerId="ADAL" clId="{013636CE-2E17-43B6-84AA-DD3B9EF9E8E0}" dt="2026-10-17T11:35:08.539" v="302" actId="1076"/>
          <ac:spMkLst>
            <pc:docMk/>
            <pc:sldMk cId="4038144760" sldId="300"/>
            <ac:spMk id="33" creationId="{ACFCFB67-82AF-4484-AB8F-D8D74BFD4E68}"/>
          </ac:spMkLst>
        </pc:spChg>
        <pc:spChg chg="add mod">
          <ac:chgData name="Luis Emiro Mosquera Sánchez" userId="f63cff7c-0b9d-4872-96c1-339ed56afcec" providerId="ADAL" clId="{013636CE-2E17-43B6-84AA-DD3B9EF9E8E0}" dt="2026-10-17T11:35:08.539" v="302" actId="1076"/>
          <ac:spMkLst>
            <pc:docMk/>
            <pc:sldMk cId="4038144760" sldId="300"/>
            <ac:spMk id="34" creationId="{0F4E76B1-BC10-42C4-AE2B-32C916D18640}"/>
          </ac:spMkLst>
        </pc:spChg>
        <pc:spChg chg="add mod">
          <ac:chgData name="Luis Emiro Mosquera Sánchez" userId="f63cff7c-0b9d-4872-96c1-339ed56afcec" providerId="ADAL" clId="{013636CE-2E17-43B6-84AA-DD3B9EF9E8E0}" dt="2026-10-17T11:35:08.539" v="302" actId="1076"/>
          <ac:spMkLst>
            <pc:docMk/>
            <pc:sldMk cId="4038144760" sldId="300"/>
            <ac:spMk id="35" creationId="{138E1F5B-1B96-405E-A055-B890CF20095D}"/>
          </ac:spMkLst>
        </pc:spChg>
        <pc:spChg chg="add mod">
          <ac:chgData name="Luis Emiro Mosquera Sánchez" userId="f63cff7c-0b9d-4872-96c1-339ed56afcec" providerId="ADAL" clId="{013636CE-2E17-43B6-84AA-DD3B9EF9E8E0}" dt="2026-10-17T11:35:08.539" v="302" actId="1076"/>
          <ac:spMkLst>
            <pc:docMk/>
            <pc:sldMk cId="4038144760" sldId="300"/>
            <ac:spMk id="36" creationId="{B2710A8F-AF52-4810-8276-50C9C2984FDD}"/>
          </ac:spMkLst>
        </pc:spChg>
        <pc:spChg chg="add mod">
          <ac:chgData name="Luis Emiro Mosquera Sánchez" userId="f63cff7c-0b9d-4872-96c1-339ed56afcec" providerId="ADAL" clId="{013636CE-2E17-43B6-84AA-DD3B9EF9E8E0}" dt="2026-10-17T11:35:08.539" v="302" actId="1076"/>
          <ac:spMkLst>
            <pc:docMk/>
            <pc:sldMk cId="4038144760" sldId="300"/>
            <ac:spMk id="37" creationId="{638302FB-3EBC-4DFC-B7CA-4843F643609E}"/>
          </ac:spMkLst>
        </pc:spChg>
        <pc:spChg chg="add mod">
          <ac:chgData name="Luis Emiro Mosquera Sánchez" userId="f63cff7c-0b9d-4872-96c1-339ed56afcec" providerId="ADAL" clId="{013636CE-2E17-43B6-84AA-DD3B9EF9E8E0}" dt="2026-10-17T11:35:08.539" v="302" actId="1076"/>
          <ac:spMkLst>
            <pc:docMk/>
            <pc:sldMk cId="4038144760" sldId="300"/>
            <ac:spMk id="38" creationId="{AF2EAA38-07EF-4293-A78E-C3F5400B84B8}"/>
          </ac:spMkLst>
        </pc:spChg>
        <pc:spChg chg="add mod">
          <ac:chgData name="Luis Emiro Mosquera Sánchez" userId="f63cff7c-0b9d-4872-96c1-339ed56afcec" providerId="ADAL" clId="{013636CE-2E17-43B6-84AA-DD3B9EF9E8E0}" dt="2026-10-17T11:35:08.539" v="302" actId="1076"/>
          <ac:spMkLst>
            <pc:docMk/>
            <pc:sldMk cId="4038144760" sldId="300"/>
            <ac:spMk id="39" creationId="{373328F1-9C73-49EF-88B5-A0DEF6BDD71A}"/>
          </ac:spMkLst>
        </pc:spChg>
        <pc:spChg chg="mod">
          <ac:chgData name="Luis Emiro Mosquera Sánchez" userId="f63cff7c-0b9d-4872-96c1-339ed56afcec" providerId="ADAL" clId="{013636CE-2E17-43B6-84AA-DD3B9EF9E8E0}" dt="2026-10-17T11:36:15.918" v="304"/>
          <ac:spMkLst>
            <pc:docMk/>
            <pc:sldMk cId="4038144760" sldId="300"/>
            <ac:spMk id="43" creationId="{E8110BDC-C24D-4540-99AB-76CB8014957A}"/>
          </ac:spMkLst>
        </pc:spChg>
      </pc:sldChg>
      <pc:sldChg chg="addSp delSp modSp add mod modAnim modNotesTx">
        <pc:chgData name="Luis Emiro Mosquera Sánchez" userId="f63cff7c-0b9d-4872-96c1-339ed56afcec" providerId="ADAL" clId="{013636CE-2E17-43B6-84AA-DD3B9EF9E8E0}" dt="2026-10-17T14:39:29.506" v="419" actId="20577"/>
        <pc:sldMkLst>
          <pc:docMk/>
          <pc:sldMk cId="4139677124" sldId="301"/>
        </pc:sldMkLst>
        <pc:spChg chg="mod">
          <ac:chgData name="Luis Emiro Mosquera Sánchez" userId="f63cff7c-0b9d-4872-96c1-339ed56afcec" providerId="ADAL" clId="{013636CE-2E17-43B6-84AA-DD3B9EF9E8E0}" dt="2026-10-17T11:37:34.536" v="310" actId="27636"/>
          <ac:spMkLst>
            <pc:docMk/>
            <pc:sldMk cId="4139677124" sldId="301"/>
            <ac:spMk id="3" creationId="{581922DE-B221-4C4B-ACF9-BD70B46F55BF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12" creationId="{8FAD0B64-A8AE-4DAE-AA8A-DC75EB86A7B7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13" creationId="{D4793E26-13AF-4D38-9BFF-DE4898676C69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14" creationId="{836EA636-1A13-43FD-8860-0ADDDF0249E6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15" creationId="{E8E0FD10-80CF-4811-B410-F41CDA235C51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16" creationId="{E5628313-A519-4390-BB78-E7E5B78CB120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17" creationId="{895F7FED-8678-461C-AEBA-5BFE035044A9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18" creationId="{C9D2BBEC-74F8-4B4F-A064-8D527F24125F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19" creationId="{36C0C576-510F-4FEA-A157-7636A33AF79A}"/>
          </ac:spMkLst>
        </pc:spChg>
        <pc:spChg chg="del">
          <ac:chgData name="Luis Emiro Mosquera Sánchez" userId="f63cff7c-0b9d-4872-96c1-339ed56afcec" providerId="ADAL" clId="{013636CE-2E17-43B6-84AA-DD3B9EF9E8E0}" dt="2026-10-17T11:38:20.950" v="311" actId="478"/>
          <ac:spMkLst>
            <pc:docMk/>
            <pc:sldMk cId="4139677124" sldId="301"/>
            <ac:spMk id="20" creationId="{64D5FC44-8AF2-4DF4-B5DC-045BC3F8EDF3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1" creationId="{A7B99E9D-3EBD-4DF0-BDA4-DF3303B8F0B3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2" creationId="{036EEAEC-B47E-4BB3-87F2-0C1393F356ED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3" creationId="{C913BD79-9147-4CCD-B706-5B9E35EE4912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4" creationId="{2089078A-2739-41BA-941A-A23A75799341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5" creationId="{FA0915EB-3433-4402-93CD-6331C4142A9C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6" creationId="{61FF3A31-26CF-49B4-8D83-7572496BE083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7" creationId="{144F11C6-D727-4A77-B3C1-A1847C57014B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8" creationId="{EFF1FC90-353B-4879-9954-4009A2AD4E53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29" creationId="{B8A01B11-6841-4EC1-9C3C-E45A5B301088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30" creationId="{AEC278A2-47D6-418B-9A3B-7223A42EC411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31" creationId="{FB8E5638-F9CE-4F45-9090-B4BB795FB4A3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32" creationId="{E738429A-05C4-46E6-9A28-FADCC6DA3C28}"/>
          </ac:spMkLst>
        </pc:spChg>
        <pc:spChg chg="del">
          <ac:chgData name="Luis Emiro Mosquera Sánchez" userId="f63cff7c-0b9d-4872-96c1-339ed56afcec" providerId="ADAL" clId="{013636CE-2E17-43B6-84AA-DD3B9EF9E8E0}" dt="2026-10-17T11:38:20.950" v="311" actId="478"/>
          <ac:spMkLst>
            <pc:docMk/>
            <pc:sldMk cId="4139677124" sldId="301"/>
            <ac:spMk id="33" creationId="{ACFCFB67-82AF-4484-AB8F-D8D74BFD4E68}"/>
          </ac:spMkLst>
        </pc:spChg>
        <pc:spChg chg="del">
          <ac:chgData name="Luis Emiro Mosquera Sánchez" userId="f63cff7c-0b9d-4872-96c1-339ed56afcec" providerId="ADAL" clId="{013636CE-2E17-43B6-84AA-DD3B9EF9E8E0}" dt="2026-10-17T11:38:20.950" v="311" actId="478"/>
          <ac:spMkLst>
            <pc:docMk/>
            <pc:sldMk cId="4139677124" sldId="301"/>
            <ac:spMk id="34" creationId="{0F4E76B1-BC10-42C4-AE2B-32C916D18640}"/>
          </ac:spMkLst>
        </pc:spChg>
        <pc:spChg chg="del">
          <ac:chgData name="Luis Emiro Mosquera Sánchez" userId="f63cff7c-0b9d-4872-96c1-339ed56afcec" providerId="ADAL" clId="{013636CE-2E17-43B6-84AA-DD3B9EF9E8E0}" dt="2026-10-17T11:38:20.950" v="311" actId="478"/>
          <ac:spMkLst>
            <pc:docMk/>
            <pc:sldMk cId="4139677124" sldId="301"/>
            <ac:spMk id="35" creationId="{138E1F5B-1B96-405E-A055-B890CF20095D}"/>
          </ac:spMkLst>
        </pc:spChg>
        <pc:spChg chg="del">
          <ac:chgData name="Luis Emiro Mosquera Sánchez" userId="f63cff7c-0b9d-4872-96c1-339ed56afcec" providerId="ADAL" clId="{013636CE-2E17-43B6-84AA-DD3B9EF9E8E0}" dt="2026-10-17T11:38:23.130" v="312" actId="478"/>
          <ac:spMkLst>
            <pc:docMk/>
            <pc:sldMk cId="4139677124" sldId="301"/>
            <ac:spMk id="36" creationId="{B2710A8F-AF52-4810-8276-50C9C2984FDD}"/>
          </ac:spMkLst>
        </pc:spChg>
        <pc:spChg chg="del">
          <ac:chgData name="Luis Emiro Mosquera Sánchez" userId="f63cff7c-0b9d-4872-96c1-339ed56afcec" providerId="ADAL" clId="{013636CE-2E17-43B6-84AA-DD3B9EF9E8E0}" dt="2026-10-17T11:38:20.950" v="311" actId="478"/>
          <ac:spMkLst>
            <pc:docMk/>
            <pc:sldMk cId="4139677124" sldId="301"/>
            <ac:spMk id="37" creationId="{638302FB-3EBC-4DFC-B7CA-4843F643609E}"/>
          </ac:spMkLst>
        </pc:spChg>
        <pc:spChg chg="del">
          <ac:chgData name="Luis Emiro Mosquera Sánchez" userId="f63cff7c-0b9d-4872-96c1-339ed56afcec" providerId="ADAL" clId="{013636CE-2E17-43B6-84AA-DD3B9EF9E8E0}" dt="2026-10-17T11:38:20.950" v="311" actId="478"/>
          <ac:spMkLst>
            <pc:docMk/>
            <pc:sldMk cId="4139677124" sldId="301"/>
            <ac:spMk id="38" creationId="{AF2EAA38-07EF-4293-A78E-C3F5400B84B8}"/>
          </ac:spMkLst>
        </pc:spChg>
        <pc:spChg chg="del">
          <ac:chgData name="Luis Emiro Mosquera Sánchez" userId="f63cff7c-0b9d-4872-96c1-339ed56afcec" providerId="ADAL" clId="{013636CE-2E17-43B6-84AA-DD3B9EF9E8E0}" dt="2026-10-17T11:38:20.950" v="311" actId="478"/>
          <ac:spMkLst>
            <pc:docMk/>
            <pc:sldMk cId="4139677124" sldId="301"/>
            <ac:spMk id="39" creationId="{373328F1-9C73-49EF-88B5-A0DEF6BDD71A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0" creationId="{759B3C65-C063-4B59-9E2F-BFF39C2F5AA3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1" creationId="{DB18AC8B-4297-4BA9-99B8-FC29677147BB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2" creationId="{B3BB64BC-D1FE-4DA3-B418-054F6E261210}"/>
          </ac:spMkLst>
        </pc:spChg>
        <pc:spChg chg="del">
          <ac:chgData name="Luis Emiro Mosquera Sánchez" userId="f63cff7c-0b9d-4872-96c1-339ed56afcec" providerId="ADAL" clId="{013636CE-2E17-43B6-84AA-DD3B9EF9E8E0}" dt="2026-10-17T11:38:20.950" v="311" actId="478"/>
          <ac:spMkLst>
            <pc:docMk/>
            <pc:sldMk cId="4139677124" sldId="301"/>
            <ac:spMk id="43" creationId="{E8110BDC-C24D-4540-99AB-76CB8014957A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4" creationId="{528C2122-6C46-4B44-A0B0-08D6133E96FD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5" creationId="{14FA22F7-FDC3-4B02-8768-40B3DAC4D724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6" creationId="{116C4C5B-09C8-4D59-82A4-AC5992011590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7" creationId="{E450EEC1-E73D-4425-8B54-20ADBBA0A3A0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8" creationId="{6C7D926A-CE92-4FD5-A685-AFB36A2D22FF}"/>
          </ac:spMkLst>
        </pc:spChg>
        <pc:spChg chg="add mod">
          <ac:chgData name="Luis Emiro Mosquera Sánchez" userId="f63cff7c-0b9d-4872-96c1-339ed56afcec" providerId="ADAL" clId="{013636CE-2E17-43B6-84AA-DD3B9EF9E8E0}" dt="2026-10-17T11:38:27.377" v="314" actId="1076"/>
          <ac:spMkLst>
            <pc:docMk/>
            <pc:sldMk cId="4139677124" sldId="301"/>
            <ac:spMk id="49" creationId="{7E44AA24-C75F-4BE6-BDD0-2CDA67FBF02F}"/>
          </ac:spMkLst>
        </pc:spChg>
      </pc:sldChg>
      <pc:sldChg chg="addSp delSp modSp add mod delAnim modNotesTx">
        <pc:chgData name="Luis Emiro Mosquera Sánchez" userId="f63cff7c-0b9d-4872-96c1-339ed56afcec" providerId="ADAL" clId="{013636CE-2E17-43B6-84AA-DD3B9EF9E8E0}" dt="2026-10-17T14:39:33.698" v="420" actId="20577"/>
        <pc:sldMkLst>
          <pc:docMk/>
          <pc:sldMk cId="4205040995" sldId="302"/>
        </pc:sldMkLst>
        <pc:spChg chg="mod">
          <ac:chgData name="Luis Emiro Mosquera Sánchez" userId="f63cff7c-0b9d-4872-96c1-339ed56afcec" providerId="ADAL" clId="{013636CE-2E17-43B6-84AA-DD3B9EF9E8E0}" dt="2026-10-17T11:41:55.771" v="324" actId="27636"/>
          <ac:spMkLst>
            <pc:docMk/>
            <pc:sldMk cId="4205040995" sldId="302"/>
            <ac:spMk id="3" creationId="{581922DE-B221-4C4B-ACF9-BD70B46F55BF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12" creationId="{8FAD0B64-A8AE-4DAE-AA8A-DC75EB86A7B7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13" creationId="{D4793E26-13AF-4D38-9BFF-DE4898676C69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14" creationId="{836EA636-1A13-43FD-8860-0ADDDF0249E6}"/>
          </ac:spMkLst>
        </pc:spChg>
        <pc:spChg chg="del">
          <ac:chgData name="Luis Emiro Mosquera Sánchez" userId="f63cff7c-0b9d-4872-96c1-339ed56afcec" providerId="ADAL" clId="{013636CE-2E17-43B6-84AA-DD3B9EF9E8E0}" dt="2026-10-17T11:42:14.803" v="328" actId="478"/>
          <ac:spMkLst>
            <pc:docMk/>
            <pc:sldMk cId="4205040995" sldId="302"/>
            <ac:spMk id="15" creationId="{E8E0FD10-80CF-4811-B410-F41CDA235C51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16" creationId="{E5628313-A519-4390-BB78-E7E5B78CB120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17" creationId="{895F7FED-8678-461C-AEBA-5BFE035044A9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18" creationId="{C9D2BBEC-74F8-4B4F-A064-8D527F24125F}"/>
          </ac:spMkLst>
        </pc:spChg>
        <pc:spChg chg="del">
          <ac:chgData name="Luis Emiro Mosquera Sánchez" userId="f63cff7c-0b9d-4872-96c1-339ed56afcec" providerId="ADAL" clId="{013636CE-2E17-43B6-84AA-DD3B9EF9E8E0}" dt="2026-10-17T11:42:14.803" v="328" actId="478"/>
          <ac:spMkLst>
            <pc:docMk/>
            <pc:sldMk cId="4205040995" sldId="302"/>
            <ac:spMk id="19" creationId="{36C0C576-510F-4FEA-A157-7636A33AF79A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21" creationId="{A7B99E9D-3EBD-4DF0-BDA4-DF3303B8F0B3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22" creationId="{036EEAEC-B47E-4BB3-87F2-0C1393F356ED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23" creationId="{C913BD79-9147-4CCD-B706-5B9E35EE4912}"/>
          </ac:spMkLst>
        </pc:spChg>
        <pc:spChg chg="del">
          <ac:chgData name="Luis Emiro Mosquera Sánchez" userId="f63cff7c-0b9d-4872-96c1-339ed56afcec" providerId="ADAL" clId="{013636CE-2E17-43B6-84AA-DD3B9EF9E8E0}" dt="2026-10-17T11:42:14.803" v="328" actId="478"/>
          <ac:spMkLst>
            <pc:docMk/>
            <pc:sldMk cId="4205040995" sldId="302"/>
            <ac:spMk id="24" creationId="{2089078A-2739-41BA-941A-A23A75799341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25" creationId="{FA0915EB-3433-4402-93CD-6331C4142A9C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26" creationId="{61FF3A31-26CF-49B4-8D83-7572496BE083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27" creationId="{144F11C6-D727-4A77-B3C1-A1847C57014B}"/>
          </ac:spMkLst>
        </pc:spChg>
        <pc:spChg chg="del">
          <ac:chgData name="Luis Emiro Mosquera Sánchez" userId="f63cff7c-0b9d-4872-96c1-339ed56afcec" providerId="ADAL" clId="{013636CE-2E17-43B6-84AA-DD3B9EF9E8E0}" dt="2026-10-17T11:42:14.803" v="328" actId="478"/>
          <ac:spMkLst>
            <pc:docMk/>
            <pc:sldMk cId="4205040995" sldId="302"/>
            <ac:spMk id="28" creationId="{EFF1FC90-353B-4879-9954-4009A2AD4E53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29" creationId="{B8A01B11-6841-4EC1-9C3C-E45A5B301088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30" creationId="{AEC278A2-47D6-418B-9A3B-7223A42EC411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31" creationId="{FB8E5638-F9CE-4F45-9090-B4BB795FB4A3}"/>
          </ac:spMkLst>
        </pc:spChg>
        <pc:spChg chg="del">
          <ac:chgData name="Luis Emiro Mosquera Sánchez" userId="f63cff7c-0b9d-4872-96c1-339ed56afcec" providerId="ADAL" clId="{013636CE-2E17-43B6-84AA-DD3B9EF9E8E0}" dt="2026-10-17T11:42:14.803" v="328" actId="478"/>
          <ac:spMkLst>
            <pc:docMk/>
            <pc:sldMk cId="4205040995" sldId="302"/>
            <ac:spMk id="32" creationId="{E738429A-05C4-46E6-9A28-FADCC6DA3C28}"/>
          </ac:spMkLst>
        </pc:spChg>
        <pc:spChg chg="add del">
          <ac:chgData name="Luis Emiro Mosquera Sánchez" userId="f63cff7c-0b9d-4872-96c1-339ed56afcec" providerId="ADAL" clId="{013636CE-2E17-43B6-84AA-DD3B9EF9E8E0}" dt="2026-10-17T11:42:17.885" v="330" actId="22"/>
          <ac:spMkLst>
            <pc:docMk/>
            <pc:sldMk cId="4205040995" sldId="302"/>
            <ac:spMk id="33" creationId="{9F7F025F-8EBC-4D0A-9399-F4A0FD8B76E4}"/>
          </ac:spMkLst>
        </pc:spChg>
        <pc:spChg chg="add mod">
          <ac:chgData name="Luis Emiro Mosquera Sánchez" userId="f63cff7c-0b9d-4872-96c1-339ed56afcec" providerId="ADAL" clId="{013636CE-2E17-43B6-84AA-DD3B9EF9E8E0}" dt="2026-10-17T11:42:33.185" v="332" actId="1076"/>
          <ac:spMkLst>
            <pc:docMk/>
            <pc:sldMk cId="4205040995" sldId="302"/>
            <ac:spMk id="35" creationId="{92464D41-4802-47E9-A1F1-331C694552F3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40" creationId="{759B3C65-C063-4B59-9E2F-BFF39C2F5AA3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41" creationId="{DB18AC8B-4297-4BA9-99B8-FC29677147BB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42" creationId="{B3BB64BC-D1FE-4DA3-B418-054F6E261210}"/>
          </ac:spMkLst>
        </pc:spChg>
        <pc:spChg chg="del">
          <ac:chgData name="Luis Emiro Mosquera Sánchez" userId="f63cff7c-0b9d-4872-96c1-339ed56afcec" providerId="ADAL" clId="{013636CE-2E17-43B6-84AA-DD3B9EF9E8E0}" dt="2026-10-17T11:42:14.803" v="328" actId="478"/>
          <ac:spMkLst>
            <pc:docMk/>
            <pc:sldMk cId="4205040995" sldId="302"/>
            <ac:spMk id="44" creationId="{528C2122-6C46-4B44-A0B0-08D6133E96FD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45" creationId="{14FA22F7-FDC3-4B02-8768-40B3DAC4D724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46" creationId="{116C4C5B-09C8-4D59-82A4-AC5992011590}"/>
          </ac:spMkLst>
        </pc:spChg>
        <pc:spChg chg="del">
          <ac:chgData name="Luis Emiro Mosquera Sánchez" userId="f63cff7c-0b9d-4872-96c1-339ed56afcec" providerId="ADAL" clId="{013636CE-2E17-43B6-84AA-DD3B9EF9E8E0}" dt="2026-10-17T11:42:06.911" v="325" actId="478"/>
          <ac:spMkLst>
            <pc:docMk/>
            <pc:sldMk cId="4205040995" sldId="302"/>
            <ac:spMk id="47" creationId="{E450EEC1-E73D-4425-8B54-20ADBBA0A3A0}"/>
          </ac:spMkLst>
        </pc:spChg>
        <pc:spChg chg="del">
          <ac:chgData name="Luis Emiro Mosquera Sánchez" userId="f63cff7c-0b9d-4872-96c1-339ed56afcec" providerId="ADAL" clId="{013636CE-2E17-43B6-84AA-DD3B9EF9E8E0}" dt="2026-10-17T11:42:14.803" v="328" actId="478"/>
          <ac:spMkLst>
            <pc:docMk/>
            <pc:sldMk cId="4205040995" sldId="302"/>
            <ac:spMk id="48" creationId="{6C7D926A-CE92-4FD5-A685-AFB36A2D22FF}"/>
          </ac:spMkLst>
        </pc:spChg>
        <pc:spChg chg="del mod">
          <ac:chgData name="Luis Emiro Mosquera Sánchez" userId="f63cff7c-0b9d-4872-96c1-339ed56afcec" providerId="ADAL" clId="{013636CE-2E17-43B6-84AA-DD3B9EF9E8E0}" dt="2026-10-17T11:42:10.527" v="327" actId="478"/>
          <ac:spMkLst>
            <pc:docMk/>
            <pc:sldMk cId="4205040995" sldId="302"/>
            <ac:spMk id="49" creationId="{7E44AA24-C75F-4BE6-BDD0-2CDA67FBF02F}"/>
          </ac:spMkLst>
        </pc:spChg>
        <pc:graphicFrameChg chg="add mod modGraphic">
          <ac:chgData name="Luis Emiro Mosquera Sánchez" userId="f63cff7c-0b9d-4872-96c1-339ed56afcec" providerId="ADAL" clId="{013636CE-2E17-43B6-84AA-DD3B9EF9E8E0}" dt="2026-10-17T11:42:41.305" v="336" actId="403"/>
          <ac:graphicFrameMkLst>
            <pc:docMk/>
            <pc:sldMk cId="4205040995" sldId="302"/>
            <ac:graphicFrameMk id="34" creationId="{DCF2E5F7-C4AB-42F1-A588-95EA4697AB74}"/>
          </ac:graphicFrameMkLst>
        </pc:graphicFrameChg>
      </pc:sldChg>
      <pc:sldChg chg="addSp delSp modSp add mod modNotesTx">
        <pc:chgData name="Luis Emiro Mosquera Sánchez" userId="f63cff7c-0b9d-4872-96c1-339ed56afcec" providerId="ADAL" clId="{013636CE-2E17-43B6-84AA-DD3B9EF9E8E0}" dt="2026-10-17T14:39:36.234" v="421" actId="20577"/>
        <pc:sldMkLst>
          <pc:docMk/>
          <pc:sldMk cId="116464403" sldId="303"/>
        </pc:sldMkLst>
        <pc:spChg chg="mod">
          <ac:chgData name="Luis Emiro Mosquera Sánchez" userId="f63cff7c-0b9d-4872-96c1-339ed56afcec" providerId="ADAL" clId="{013636CE-2E17-43B6-84AA-DD3B9EF9E8E0}" dt="2026-10-17T11:44:13.853" v="343" actId="120"/>
          <ac:spMkLst>
            <pc:docMk/>
            <pc:sldMk cId="116464403" sldId="303"/>
            <ac:spMk id="3" creationId="{581922DE-B221-4C4B-ACF9-BD70B46F55BF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5" creationId="{FA55411F-3315-439F-9078-A978BDF3B2FF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6" creationId="{A18BA781-70DD-4254-88E8-C8A39E6970AD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7" creationId="{36038BAA-ECBD-4FE7-B1DC-876B6877FC22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8" creationId="{1487B81F-360D-454D-B4EE-F3CD6E9DAD26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9" creationId="{E130289E-651A-4750-A8A5-5EF111353C53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10" creationId="{E9C3B37D-67BF-4554-951F-860C72E58AB9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11" creationId="{AF0E9613-AEA3-4856-8CEF-EC681E383A28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12" creationId="{0DCF5D20-0247-4196-820C-97054058F581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13" creationId="{B660F29A-D4D9-428F-AB04-0E1FE5617CCD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14" creationId="{33FB5B7A-DB69-42B9-A7AE-CC80F1C8F34D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15" creationId="{31101D92-5753-45C6-BE14-0810C8D54CC9}"/>
          </ac:spMkLst>
        </pc:spChg>
        <pc:spChg chg="add mod">
          <ac:chgData name="Luis Emiro Mosquera Sánchez" userId="f63cff7c-0b9d-4872-96c1-339ed56afcec" providerId="ADAL" clId="{013636CE-2E17-43B6-84AA-DD3B9EF9E8E0}" dt="2026-10-17T11:44:27.189" v="345" actId="1076"/>
          <ac:spMkLst>
            <pc:docMk/>
            <pc:sldMk cId="116464403" sldId="303"/>
            <ac:spMk id="16" creationId="{2B3828FC-B8F2-4AD8-BA70-57621F85E9D7}"/>
          </ac:spMkLst>
        </pc:spChg>
        <pc:spChg chg="add mod">
          <ac:chgData name="Luis Emiro Mosquera Sánchez" userId="f63cff7c-0b9d-4872-96c1-339ed56afcec" providerId="ADAL" clId="{013636CE-2E17-43B6-84AA-DD3B9EF9E8E0}" dt="2026-10-17T11:44:42.290" v="348" actId="14100"/>
          <ac:spMkLst>
            <pc:docMk/>
            <pc:sldMk cId="116464403" sldId="303"/>
            <ac:spMk id="18" creationId="{BBD65B5B-4DDA-40FD-ABF2-39407C50AC3E}"/>
          </ac:spMkLst>
        </pc:spChg>
        <pc:spChg chg="del">
          <ac:chgData name="Luis Emiro Mosquera Sánchez" userId="f63cff7c-0b9d-4872-96c1-339ed56afcec" providerId="ADAL" clId="{013636CE-2E17-43B6-84AA-DD3B9EF9E8E0}" dt="2026-10-17T11:44:45.117" v="349" actId="478"/>
          <ac:spMkLst>
            <pc:docMk/>
            <pc:sldMk cId="116464403" sldId="303"/>
            <ac:spMk id="35" creationId="{92464D41-4802-47E9-A1F1-331C694552F3}"/>
          </ac:spMkLst>
        </pc:spChg>
        <pc:graphicFrameChg chg="del">
          <ac:chgData name="Luis Emiro Mosquera Sánchez" userId="f63cff7c-0b9d-4872-96c1-339ed56afcec" providerId="ADAL" clId="{013636CE-2E17-43B6-84AA-DD3B9EF9E8E0}" dt="2026-10-17T11:43:57.042" v="338" actId="478"/>
          <ac:graphicFrameMkLst>
            <pc:docMk/>
            <pc:sldMk cId="116464403" sldId="303"/>
            <ac:graphicFrameMk id="34" creationId="{DCF2E5F7-C4AB-42F1-A588-95EA4697AB74}"/>
          </ac:graphicFrameMkLst>
        </pc:graphicFrameChg>
      </pc:sldChg>
      <pc:sldChg chg="addSp delSp modSp add mod modNotesTx">
        <pc:chgData name="Luis Emiro Mosquera Sánchez" userId="f63cff7c-0b9d-4872-96c1-339ed56afcec" providerId="ADAL" clId="{013636CE-2E17-43B6-84AA-DD3B9EF9E8E0}" dt="2026-10-17T14:39:38.312" v="422" actId="20577"/>
        <pc:sldMkLst>
          <pc:docMk/>
          <pc:sldMk cId="3010880488" sldId="304"/>
        </pc:sldMkLst>
        <pc:spChg chg="mod">
          <ac:chgData name="Luis Emiro Mosquera Sánchez" userId="f63cff7c-0b9d-4872-96c1-339ed56afcec" providerId="ADAL" clId="{013636CE-2E17-43B6-84AA-DD3B9EF9E8E0}" dt="2026-10-17T11:46:04.598" v="400" actId="20577"/>
          <ac:spMkLst>
            <pc:docMk/>
            <pc:sldMk cId="3010880488" sldId="304"/>
            <ac:spMk id="3" creationId="{581922DE-B221-4C4B-ACF9-BD70B46F55BF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5" creationId="{FA55411F-3315-439F-9078-A978BDF3B2FF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6" creationId="{A18BA781-70DD-4254-88E8-C8A39E6970AD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7" creationId="{36038BAA-ECBD-4FE7-B1DC-876B6877FC22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8" creationId="{1487B81F-360D-454D-B4EE-F3CD6E9DAD26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9" creationId="{E130289E-651A-4750-A8A5-5EF111353C53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10" creationId="{E9C3B37D-67BF-4554-951F-860C72E58AB9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11" creationId="{AF0E9613-AEA3-4856-8CEF-EC681E383A28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12" creationId="{0DCF5D20-0247-4196-820C-97054058F581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13" creationId="{B660F29A-D4D9-428F-AB04-0E1FE5617CCD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14" creationId="{33FB5B7A-DB69-42B9-A7AE-CC80F1C8F34D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15" creationId="{31101D92-5753-45C6-BE14-0810C8D54CC9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16" creationId="{2B3828FC-B8F2-4AD8-BA70-57621F85E9D7}"/>
          </ac:spMkLst>
        </pc:spChg>
        <pc:spChg chg="add del">
          <ac:chgData name="Luis Emiro Mosquera Sánchez" userId="f63cff7c-0b9d-4872-96c1-339ed56afcec" providerId="ADAL" clId="{013636CE-2E17-43B6-84AA-DD3B9EF9E8E0}" dt="2026-10-17T11:46:20.164" v="403" actId="22"/>
          <ac:spMkLst>
            <pc:docMk/>
            <pc:sldMk cId="3010880488" sldId="304"/>
            <ac:spMk id="17" creationId="{70530918-DE9C-41C9-9ACC-FFD18BA4B0D7}"/>
          </ac:spMkLst>
        </pc:spChg>
        <pc:spChg chg="del">
          <ac:chgData name="Luis Emiro Mosquera Sánchez" userId="f63cff7c-0b9d-4872-96c1-339ed56afcec" providerId="ADAL" clId="{013636CE-2E17-43B6-84AA-DD3B9EF9E8E0}" dt="2026-10-17T11:46:12.096" v="401" actId="478"/>
          <ac:spMkLst>
            <pc:docMk/>
            <pc:sldMk cId="3010880488" sldId="304"/>
            <ac:spMk id="18" creationId="{BBD65B5B-4DDA-40FD-ABF2-39407C50AC3E}"/>
          </ac:spMkLst>
        </pc:spChg>
        <pc:spChg chg="add mod">
          <ac:chgData name="Luis Emiro Mosquera Sánchez" userId="f63cff7c-0b9d-4872-96c1-339ed56afcec" providerId="ADAL" clId="{013636CE-2E17-43B6-84AA-DD3B9EF9E8E0}" dt="2026-10-17T11:47:19.286" v="407" actId="790"/>
          <ac:spMkLst>
            <pc:docMk/>
            <pc:sldMk cId="3010880488" sldId="304"/>
            <ac:spMk id="19" creationId="{CCA99290-F03F-4FCE-B151-FB8125B9DA07}"/>
          </ac:spMkLst>
        </pc:spChg>
      </pc:sldChg>
    </pc:docChg>
  </pc:docChgLst>
  <pc:docChgLst>
    <pc:chgData name="Luis Emiro Mosquera Sánchez" userId="f63cff7c-0b9d-4872-96c1-339ed56afcec" providerId="ADAL" clId="{F6D61DD9-BA0D-4FD9-AA93-6B3D4C498362}"/>
    <pc:docChg chg="undo custSel addSld modSld">
      <pc:chgData name="Luis Emiro Mosquera Sánchez" userId="f63cff7c-0b9d-4872-96c1-339ed56afcec" providerId="ADAL" clId="{F6D61DD9-BA0D-4FD9-AA93-6B3D4C498362}" dt="2026-10-16T21:10:37.118" v="46" actId="20577"/>
      <pc:docMkLst>
        <pc:docMk/>
      </pc:docMkLst>
      <pc:sldChg chg="delSp mod delAnim modAnim">
        <pc:chgData name="Luis Emiro Mosquera Sánchez" userId="f63cff7c-0b9d-4872-96c1-339ed56afcec" providerId="ADAL" clId="{F6D61DD9-BA0D-4FD9-AA93-6B3D4C498362}" dt="2026-10-16T19:16:07.573" v="2" actId="478"/>
        <pc:sldMkLst>
          <pc:docMk/>
          <pc:sldMk cId="3364347861" sldId="258"/>
        </pc:sldMkLst>
        <pc:graphicFrameChg chg="del">
          <ac:chgData name="Luis Emiro Mosquera Sánchez" userId="f63cff7c-0b9d-4872-96c1-339ed56afcec" providerId="ADAL" clId="{F6D61DD9-BA0D-4FD9-AA93-6B3D4C498362}" dt="2026-10-16T19:16:07.573" v="2" actId="478"/>
          <ac:graphicFrameMkLst>
            <pc:docMk/>
            <pc:sldMk cId="3364347861" sldId="258"/>
            <ac:graphicFrameMk id="6" creationId="{ACB6B76F-1E37-45FC-8900-827118764E29}"/>
          </ac:graphicFrameMkLst>
        </pc:graphicFrameChg>
      </pc:sldChg>
      <pc:sldChg chg="modSp mod">
        <pc:chgData name="Luis Emiro Mosquera Sánchez" userId="f63cff7c-0b9d-4872-96c1-339ed56afcec" providerId="ADAL" clId="{F6D61DD9-BA0D-4FD9-AA93-6B3D4C498362}" dt="2026-10-16T21:10:37.118" v="46" actId="20577"/>
        <pc:sldMkLst>
          <pc:docMk/>
          <pc:sldMk cId="3943121265" sldId="272"/>
        </pc:sldMkLst>
        <pc:spChg chg="mod">
          <ac:chgData name="Luis Emiro Mosquera Sánchez" userId="f63cff7c-0b9d-4872-96c1-339ed56afcec" providerId="ADAL" clId="{F6D61DD9-BA0D-4FD9-AA93-6B3D4C498362}" dt="2026-10-16T21:10:37.118" v="46" actId="20577"/>
          <ac:spMkLst>
            <pc:docMk/>
            <pc:sldMk cId="3943121265" sldId="272"/>
            <ac:spMk id="4" creationId="{0BAF41AC-2E13-0548-859B-D649B9363A3F}"/>
          </ac:spMkLst>
        </pc:spChg>
      </pc:sldChg>
      <pc:sldChg chg="modSp mod">
        <pc:chgData name="Luis Emiro Mosquera Sánchez" userId="f63cff7c-0b9d-4872-96c1-339ed56afcec" providerId="ADAL" clId="{F6D61DD9-BA0D-4FD9-AA93-6B3D4C498362}" dt="2026-10-16T21:01:35.892" v="19" actId="1076"/>
        <pc:sldMkLst>
          <pc:docMk/>
          <pc:sldMk cId="879217582" sldId="273"/>
        </pc:sldMkLst>
        <pc:picChg chg="mod">
          <ac:chgData name="Luis Emiro Mosquera Sánchez" userId="f63cff7c-0b9d-4872-96c1-339ed56afcec" providerId="ADAL" clId="{F6D61DD9-BA0D-4FD9-AA93-6B3D4C498362}" dt="2026-10-16T21:01:35.892" v="19" actId="1076"/>
          <ac:picMkLst>
            <pc:docMk/>
            <pc:sldMk cId="879217582" sldId="273"/>
            <ac:picMk id="8" creationId="{D22B4111-7B24-48B2-8D7C-5C8F70EA6A65}"/>
          </ac:picMkLst>
        </pc:picChg>
      </pc:sldChg>
      <pc:sldChg chg="addSp modSp add mod modAnim">
        <pc:chgData name="Luis Emiro Mosquera Sánchez" userId="f63cff7c-0b9d-4872-96c1-339ed56afcec" providerId="ADAL" clId="{F6D61DD9-BA0D-4FD9-AA93-6B3D4C498362}" dt="2026-10-16T19:17:00.738" v="17" actId="14100"/>
        <pc:sldMkLst>
          <pc:docMk/>
          <pc:sldMk cId="3842491024" sldId="286"/>
        </pc:sldMkLst>
        <pc:spChg chg="mod">
          <ac:chgData name="Luis Emiro Mosquera Sánchez" userId="f63cff7c-0b9d-4872-96c1-339ed56afcec" providerId="ADAL" clId="{F6D61DD9-BA0D-4FD9-AA93-6B3D4C498362}" dt="2026-10-16T19:16:30.407" v="13" actId="14100"/>
          <ac:spMkLst>
            <pc:docMk/>
            <pc:sldMk cId="3842491024" sldId="286"/>
            <ac:spMk id="4" creationId="{0BAF41AC-2E13-0548-859B-D649B9363A3F}"/>
          </ac:spMkLst>
        </pc:spChg>
        <pc:picChg chg="add mod">
          <ac:chgData name="Luis Emiro Mosquera Sánchez" userId="f63cff7c-0b9d-4872-96c1-339ed56afcec" providerId="ADAL" clId="{F6D61DD9-BA0D-4FD9-AA93-6B3D4C498362}" dt="2026-10-16T19:17:00.738" v="17" actId="14100"/>
          <ac:picMkLst>
            <pc:docMk/>
            <pc:sldMk cId="3842491024" sldId="286"/>
            <ac:picMk id="6" creationId="{8DCB7751-7F39-42F3-A472-5211FF09F28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BC3DD61-BE3E-95E6-767C-1D318B57A1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2486C6-015A-1991-9454-0CC75CBD5A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F72BC-0C89-C547-AE4C-C26292946FEF}" type="datetimeFigureOut">
              <a:rPr lang="es-CO" smtClean="0"/>
              <a:t>17/10/2026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AE1C08-AFC1-7E0C-3FF0-C55D63D8AD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8AADFE-4B2D-AD71-09E5-D197291D7E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B97DE-7E83-6049-BA59-A8D6845ACE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486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31741-4ABB-4F56-91F9-028CAA8C8CF7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143000"/>
            <a:ext cx="4740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9147C-5FEE-493E-91A9-9E3C72A7DF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270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452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3510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3581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1023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7642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1847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0916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9854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7996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5925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6877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211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0040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9147C-5FEE-493E-91A9-9E3C72A7DF12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1636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9291"/>
            <a:ext cx="10363200" cy="2763979"/>
          </a:xfrm>
        </p:spPr>
        <p:txBody>
          <a:bodyPr anchor="b"/>
          <a:lstStyle>
            <a:lvl1pPr algn="ctr">
              <a:defRPr sz="694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69859"/>
            <a:ext cx="9144000" cy="1916775"/>
          </a:xfrm>
        </p:spPr>
        <p:txBody>
          <a:bodyPr/>
          <a:lstStyle>
            <a:lvl1pPr marL="0" indent="0" algn="ctr">
              <a:buNone/>
              <a:defRPr sz="2778"/>
            </a:lvl1pPr>
            <a:lvl2pPr marL="529255" indent="0" algn="ctr">
              <a:buNone/>
              <a:defRPr sz="2315"/>
            </a:lvl2pPr>
            <a:lvl3pPr marL="1058509" indent="0" algn="ctr">
              <a:buNone/>
              <a:defRPr sz="2084"/>
            </a:lvl3pPr>
            <a:lvl4pPr marL="1587764" indent="0" algn="ctr">
              <a:buNone/>
              <a:defRPr sz="1852"/>
            </a:lvl4pPr>
            <a:lvl5pPr marL="2117019" indent="0" algn="ctr">
              <a:buNone/>
              <a:defRPr sz="1852"/>
            </a:lvl5pPr>
            <a:lvl6pPr marL="2646274" indent="0" algn="ctr">
              <a:buNone/>
              <a:defRPr sz="1852"/>
            </a:lvl6pPr>
            <a:lvl7pPr marL="3175528" indent="0" algn="ctr">
              <a:buNone/>
              <a:defRPr sz="1852"/>
            </a:lvl7pPr>
            <a:lvl8pPr marL="3704783" indent="0" algn="ctr">
              <a:buNone/>
              <a:defRPr sz="1852"/>
            </a:lvl8pPr>
            <a:lvl9pPr marL="4234038" indent="0" algn="ctr">
              <a:buNone/>
              <a:defRPr sz="1852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07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086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979261"/>
            <a:ext cx="10515600" cy="3302439"/>
          </a:xfrm>
        </p:spPr>
        <p:txBody>
          <a:bodyPr anchor="b"/>
          <a:lstStyle>
            <a:lvl1pPr>
              <a:defRPr sz="694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312943"/>
            <a:ext cx="10515600" cy="1736675"/>
          </a:xfrm>
        </p:spPr>
        <p:txBody>
          <a:bodyPr/>
          <a:lstStyle>
            <a:lvl1pPr marL="0" indent="0">
              <a:buNone/>
              <a:defRPr sz="2778">
                <a:solidFill>
                  <a:schemeClr val="tx1"/>
                </a:solidFill>
              </a:defRPr>
            </a:lvl1pPr>
            <a:lvl2pPr marL="529255" indent="0">
              <a:buNone/>
              <a:defRPr sz="2315">
                <a:solidFill>
                  <a:schemeClr val="tx1">
                    <a:tint val="75000"/>
                  </a:schemeClr>
                </a:solidFill>
              </a:defRPr>
            </a:lvl2pPr>
            <a:lvl3pPr marL="1058509" indent="0">
              <a:buNone/>
              <a:defRPr sz="2084">
                <a:solidFill>
                  <a:schemeClr val="tx1">
                    <a:tint val="75000"/>
                  </a:schemeClr>
                </a:solidFill>
              </a:defRPr>
            </a:lvl3pPr>
            <a:lvl4pPr marL="1587764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4pPr>
            <a:lvl5pPr marL="2117019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5pPr>
            <a:lvl6pPr marL="2646274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6pPr>
            <a:lvl7pPr marL="3175528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7pPr>
            <a:lvl8pPr marL="3704783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8pPr>
            <a:lvl9pPr marL="4234038" indent="0">
              <a:buNone/>
              <a:defRPr sz="18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651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13415"/>
            <a:ext cx="5181600" cy="50372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13415"/>
            <a:ext cx="5181600" cy="50372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77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22685"/>
            <a:ext cx="10515600" cy="153452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46180"/>
            <a:ext cx="5157787" cy="953793"/>
          </a:xfrm>
        </p:spPr>
        <p:txBody>
          <a:bodyPr anchor="b"/>
          <a:lstStyle>
            <a:lvl1pPr marL="0" indent="0">
              <a:buNone/>
              <a:defRPr sz="2778" b="1"/>
            </a:lvl1pPr>
            <a:lvl2pPr marL="529255" indent="0">
              <a:buNone/>
              <a:defRPr sz="2315" b="1"/>
            </a:lvl2pPr>
            <a:lvl3pPr marL="1058509" indent="0">
              <a:buNone/>
              <a:defRPr sz="2084" b="1"/>
            </a:lvl3pPr>
            <a:lvl4pPr marL="1587764" indent="0">
              <a:buNone/>
              <a:defRPr sz="1852" b="1"/>
            </a:lvl4pPr>
            <a:lvl5pPr marL="2117019" indent="0">
              <a:buNone/>
              <a:defRPr sz="1852" b="1"/>
            </a:lvl5pPr>
            <a:lvl6pPr marL="2646274" indent="0">
              <a:buNone/>
              <a:defRPr sz="1852" b="1"/>
            </a:lvl6pPr>
            <a:lvl7pPr marL="3175528" indent="0">
              <a:buNone/>
              <a:defRPr sz="1852" b="1"/>
            </a:lvl7pPr>
            <a:lvl8pPr marL="3704783" indent="0">
              <a:buNone/>
              <a:defRPr sz="1852" b="1"/>
            </a:lvl8pPr>
            <a:lvl9pPr marL="4234038" indent="0">
              <a:buNone/>
              <a:defRPr sz="1852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899972"/>
            <a:ext cx="5157787" cy="42654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946180"/>
            <a:ext cx="5183188" cy="953793"/>
          </a:xfrm>
        </p:spPr>
        <p:txBody>
          <a:bodyPr anchor="b"/>
          <a:lstStyle>
            <a:lvl1pPr marL="0" indent="0">
              <a:buNone/>
              <a:defRPr sz="2778" b="1"/>
            </a:lvl1pPr>
            <a:lvl2pPr marL="529255" indent="0">
              <a:buNone/>
              <a:defRPr sz="2315" b="1"/>
            </a:lvl2pPr>
            <a:lvl3pPr marL="1058509" indent="0">
              <a:buNone/>
              <a:defRPr sz="2084" b="1"/>
            </a:lvl3pPr>
            <a:lvl4pPr marL="1587764" indent="0">
              <a:buNone/>
              <a:defRPr sz="1852" b="1"/>
            </a:lvl4pPr>
            <a:lvl5pPr marL="2117019" indent="0">
              <a:buNone/>
              <a:defRPr sz="1852" b="1"/>
            </a:lvl5pPr>
            <a:lvl6pPr marL="2646274" indent="0">
              <a:buNone/>
              <a:defRPr sz="1852" b="1"/>
            </a:lvl6pPr>
            <a:lvl7pPr marL="3175528" indent="0">
              <a:buNone/>
              <a:defRPr sz="1852" b="1"/>
            </a:lvl7pPr>
            <a:lvl8pPr marL="3704783" indent="0">
              <a:buNone/>
              <a:defRPr sz="1852" b="1"/>
            </a:lvl8pPr>
            <a:lvl9pPr marL="4234038" indent="0">
              <a:buNone/>
              <a:defRPr sz="1852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899972"/>
            <a:ext cx="5183188" cy="42654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628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248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751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9272"/>
            <a:ext cx="3932237" cy="1852454"/>
          </a:xfrm>
        </p:spPr>
        <p:txBody>
          <a:bodyPr anchor="b"/>
          <a:lstStyle>
            <a:lvl1pPr>
              <a:defRPr sz="370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43083"/>
            <a:ext cx="6172200" cy="5641898"/>
          </a:xfrm>
        </p:spPr>
        <p:txBody>
          <a:bodyPr/>
          <a:lstStyle>
            <a:lvl1pPr>
              <a:defRPr sz="3704"/>
            </a:lvl1pPr>
            <a:lvl2pPr>
              <a:defRPr sz="3241"/>
            </a:lvl2pPr>
            <a:lvl3pPr>
              <a:defRPr sz="2778"/>
            </a:lvl3pPr>
            <a:lvl4pPr>
              <a:defRPr sz="2315"/>
            </a:lvl4pPr>
            <a:lvl5pPr>
              <a:defRPr sz="2315"/>
            </a:lvl5pPr>
            <a:lvl6pPr>
              <a:defRPr sz="2315"/>
            </a:lvl6pPr>
            <a:lvl7pPr>
              <a:defRPr sz="2315"/>
            </a:lvl7pPr>
            <a:lvl8pPr>
              <a:defRPr sz="2315"/>
            </a:lvl8pPr>
            <a:lvl9pPr>
              <a:defRPr sz="231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81726"/>
            <a:ext cx="3932237" cy="4412443"/>
          </a:xfrm>
        </p:spPr>
        <p:txBody>
          <a:bodyPr/>
          <a:lstStyle>
            <a:lvl1pPr marL="0" indent="0">
              <a:buNone/>
              <a:defRPr sz="1852"/>
            </a:lvl1pPr>
            <a:lvl2pPr marL="529255" indent="0">
              <a:buNone/>
              <a:defRPr sz="1621"/>
            </a:lvl2pPr>
            <a:lvl3pPr marL="1058509" indent="0">
              <a:buNone/>
              <a:defRPr sz="1389"/>
            </a:lvl3pPr>
            <a:lvl4pPr marL="1587764" indent="0">
              <a:buNone/>
              <a:defRPr sz="1158"/>
            </a:lvl4pPr>
            <a:lvl5pPr marL="2117019" indent="0">
              <a:buNone/>
              <a:defRPr sz="1158"/>
            </a:lvl5pPr>
            <a:lvl6pPr marL="2646274" indent="0">
              <a:buNone/>
              <a:defRPr sz="1158"/>
            </a:lvl6pPr>
            <a:lvl7pPr marL="3175528" indent="0">
              <a:buNone/>
              <a:defRPr sz="1158"/>
            </a:lvl7pPr>
            <a:lvl8pPr marL="3704783" indent="0">
              <a:buNone/>
              <a:defRPr sz="1158"/>
            </a:lvl8pPr>
            <a:lvl9pPr marL="4234038" indent="0">
              <a:buNone/>
              <a:defRPr sz="115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192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9272"/>
            <a:ext cx="3932237" cy="1852454"/>
          </a:xfrm>
        </p:spPr>
        <p:txBody>
          <a:bodyPr anchor="b"/>
          <a:lstStyle>
            <a:lvl1pPr>
              <a:defRPr sz="370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43083"/>
            <a:ext cx="6172200" cy="5641898"/>
          </a:xfrm>
        </p:spPr>
        <p:txBody>
          <a:bodyPr anchor="t"/>
          <a:lstStyle>
            <a:lvl1pPr marL="0" indent="0">
              <a:buNone/>
              <a:defRPr sz="3704"/>
            </a:lvl1pPr>
            <a:lvl2pPr marL="529255" indent="0">
              <a:buNone/>
              <a:defRPr sz="3241"/>
            </a:lvl2pPr>
            <a:lvl3pPr marL="1058509" indent="0">
              <a:buNone/>
              <a:defRPr sz="2778"/>
            </a:lvl3pPr>
            <a:lvl4pPr marL="1587764" indent="0">
              <a:buNone/>
              <a:defRPr sz="2315"/>
            </a:lvl4pPr>
            <a:lvl5pPr marL="2117019" indent="0">
              <a:buNone/>
              <a:defRPr sz="2315"/>
            </a:lvl5pPr>
            <a:lvl6pPr marL="2646274" indent="0">
              <a:buNone/>
              <a:defRPr sz="2315"/>
            </a:lvl6pPr>
            <a:lvl7pPr marL="3175528" indent="0">
              <a:buNone/>
              <a:defRPr sz="2315"/>
            </a:lvl7pPr>
            <a:lvl8pPr marL="3704783" indent="0">
              <a:buNone/>
              <a:defRPr sz="2315"/>
            </a:lvl8pPr>
            <a:lvl9pPr marL="4234038" indent="0">
              <a:buNone/>
              <a:defRPr sz="231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81726"/>
            <a:ext cx="3932237" cy="4412443"/>
          </a:xfrm>
        </p:spPr>
        <p:txBody>
          <a:bodyPr/>
          <a:lstStyle>
            <a:lvl1pPr marL="0" indent="0">
              <a:buNone/>
              <a:defRPr sz="1852"/>
            </a:lvl1pPr>
            <a:lvl2pPr marL="529255" indent="0">
              <a:buNone/>
              <a:defRPr sz="1621"/>
            </a:lvl2pPr>
            <a:lvl3pPr marL="1058509" indent="0">
              <a:buNone/>
              <a:defRPr sz="1389"/>
            </a:lvl3pPr>
            <a:lvl4pPr marL="1587764" indent="0">
              <a:buNone/>
              <a:defRPr sz="1158"/>
            </a:lvl4pPr>
            <a:lvl5pPr marL="2117019" indent="0">
              <a:buNone/>
              <a:defRPr sz="1158"/>
            </a:lvl5pPr>
            <a:lvl6pPr marL="2646274" indent="0">
              <a:buNone/>
              <a:defRPr sz="1158"/>
            </a:lvl6pPr>
            <a:lvl7pPr marL="3175528" indent="0">
              <a:buNone/>
              <a:defRPr sz="1158"/>
            </a:lvl7pPr>
            <a:lvl8pPr marL="3704783" indent="0">
              <a:buNone/>
              <a:defRPr sz="1158"/>
            </a:lvl8pPr>
            <a:lvl9pPr marL="4234038" indent="0">
              <a:buNone/>
              <a:defRPr sz="115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21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003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22683"/>
            <a:ext cx="2628900" cy="672801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22683"/>
            <a:ext cx="7734300" cy="672801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717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22685"/>
            <a:ext cx="10515600" cy="1534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13415"/>
            <a:ext cx="10515600" cy="5037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358360"/>
            <a:ext cx="2743200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A300B-F4C3-4081-8219-B9635F206E11}" type="datetimeFigureOut">
              <a:rPr lang="es-CO" smtClean="0"/>
              <a:t>17/10/2026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358360"/>
            <a:ext cx="4114800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358360"/>
            <a:ext cx="2743200" cy="422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6ADF2-42F5-42DA-A555-81223F3526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485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58509" rtl="0" eaLnBrk="1" latinLnBrk="0" hangingPunct="1">
        <a:lnSpc>
          <a:spcPct val="90000"/>
        </a:lnSpc>
        <a:spcBef>
          <a:spcPct val="0"/>
        </a:spcBef>
        <a:buNone/>
        <a:defRPr sz="50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627" indent="-264627" algn="l" defTabSz="1058509" rtl="0" eaLnBrk="1" latinLnBrk="0" hangingPunct="1">
        <a:lnSpc>
          <a:spcPct val="90000"/>
        </a:lnSpc>
        <a:spcBef>
          <a:spcPts val="1158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793882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778" kern="1200">
          <a:solidFill>
            <a:schemeClr val="tx1"/>
          </a:solidFill>
          <a:latin typeface="+mn-lt"/>
          <a:ea typeface="+mn-ea"/>
          <a:cs typeface="+mn-cs"/>
        </a:defRPr>
      </a:lvl2pPr>
      <a:lvl3pPr marL="1323137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3pPr>
      <a:lvl4pPr marL="1852392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4pPr>
      <a:lvl5pPr marL="2381646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5pPr>
      <a:lvl6pPr marL="2910901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6pPr>
      <a:lvl7pPr marL="3440156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7pPr>
      <a:lvl8pPr marL="3969410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8pPr>
      <a:lvl9pPr marL="4498665" indent="-264627" algn="l" defTabSz="1058509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20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1pPr>
      <a:lvl2pPr marL="529255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2pPr>
      <a:lvl3pPr marL="1058509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3pPr>
      <a:lvl4pPr marL="1587764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4pPr>
      <a:lvl5pPr marL="2117019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5pPr>
      <a:lvl6pPr marL="2646274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6pPr>
      <a:lvl7pPr marL="3175528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7pPr>
      <a:lvl8pPr marL="3704783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8pPr>
      <a:lvl9pPr marL="4234038" algn="l" defTabSz="1058509" rtl="0" eaLnBrk="1" latinLnBrk="0" hangingPunct="1">
        <a:defRPr sz="20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8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 fontScale="90000"/>
          </a:bodyPr>
          <a:lstStyle/>
          <a:p>
            <a:r>
              <a:rPr lang="es-CO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INTELIGENCIA DE NEGOCIOS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C422B5-7631-F34A-A46A-6D12174EEA96}"/>
              </a:ext>
            </a:extLst>
          </p:cNvPr>
          <p:cNvSpPr txBox="1"/>
          <p:nvPr/>
        </p:nvSpPr>
        <p:spPr>
          <a:xfrm>
            <a:off x="174661" y="4381995"/>
            <a:ext cx="110173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Especialización en Data </a:t>
            </a:r>
            <a:r>
              <a:rPr lang="es-ES" sz="40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es-ES" sz="4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Marketing Digital</a:t>
            </a:r>
            <a:endParaRPr lang="es-CO" sz="40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629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FD6FDE4-79E3-864C-94F1-D4D6F8FE235E}"/>
              </a:ext>
            </a:extLst>
          </p:cNvPr>
          <p:cNvSpPr txBox="1">
            <a:spLocks/>
          </p:cNvSpPr>
          <p:nvPr/>
        </p:nvSpPr>
        <p:spPr>
          <a:xfrm>
            <a:off x="1030025" y="1389696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 y limpieza</a:t>
            </a:r>
          </a:p>
          <a:p>
            <a:pPr algn="l"/>
            <a:r>
              <a:rPr lang="es-ES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datos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4A9D77A-2D5F-0A3B-120D-822568E3EAC6}"/>
              </a:ext>
            </a:extLst>
          </p:cNvPr>
          <p:cNvSpPr txBox="1">
            <a:spLocks/>
          </p:cNvSpPr>
          <p:nvPr/>
        </p:nvSpPr>
        <p:spPr>
          <a:xfrm>
            <a:off x="729465" y="2979658"/>
            <a:ext cx="10315254" cy="406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s-CO" sz="2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Propósito</a:t>
            </a:r>
          </a:p>
          <a:p>
            <a:pPr algn="l">
              <a:lnSpc>
                <a:spcPct val="120000"/>
              </a:lnSpc>
            </a:pPr>
            <a:endParaRPr lang="es-CO" sz="2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los fundamentos para convertir datos confiables en información útil para decidir.</a:t>
            </a:r>
          </a:p>
        </p:txBody>
      </p:sp>
    </p:spTree>
    <p:extLst>
      <p:ext uri="{BB962C8B-B14F-4D97-AF65-F5344CB8AC3E}">
        <p14:creationId xmlns:p14="http://schemas.microsoft.com/office/powerpoint/2010/main" val="101893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 la calidad de los datos importa?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534304" y="2648091"/>
            <a:ext cx="6339108" cy="409110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endParaRPr lang="es-CO" sz="2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análisis puede estar bien calculado y aun así conducir a una decisión equivocada si los datos de entrada son incompletos, incorrectos o inconsistentes.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campaña puede parecer rentable si se duplican las conversiones.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región puede parecer menos productiva si faltan ventas en su registro.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indicador puede cambiar solo porque se modificó la forma de registrar los datos.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11AA2248-03FF-4E04-8C94-00993F3EEECB}"/>
              </a:ext>
            </a:extLst>
          </p:cNvPr>
          <p:cNvSpPr/>
          <p:nvPr/>
        </p:nvSpPr>
        <p:spPr>
          <a:xfrm>
            <a:off x="7125312" y="2520075"/>
            <a:ext cx="4846320" cy="12344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5B840FA-7E5F-4B97-9086-9D8BEF63463B}"/>
              </a:ext>
            </a:extLst>
          </p:cNvPr>
          <p:cNvSpPr/>
          <p:nvPr/>
        </p:nvSpPr>
        <p:spPr>
          <a:xfrm>
            <a:off x="7125312" y="2520075"/>
            <a:ext cx="73152" cy="1234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F5E5DC2C-FD59-4481-AF60-5A2947ED7755}"/>
              </a:ext>
            </a:extLst>
          </p:cNvPr>
          <p:cNvSpPr txBox="1"/>
          <p:nvPr/>
        </p:nvSpPr>
        <p:spPr>
          <a:xfrm>
            <a:off x="7308192" y="2648091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Dato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6C523C9C-04A3-42E6-8F00-6EECB7204A18}"/>
              </a:ext>
            </a:extLst>
          </p:cNvPr>
          <p:cNvSpPr txBox="1"/>
          <p:nvPr/>
        </p:nvSpPr>
        <p:spPr>
          <a:xfrm>
            <a:off x="7308192" y="3087003"/>
            <a:ext cx="452628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Representación registrada de un hecho, evento o entidad.</a:t>
            </a: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F6EE035E-94AB-4E3B-AA95-6D9138BD725B}"/>
              </a:ext>
            </a:extLst>
          </p:cNvPr>
          <p:cNvSpPr/>
          <p:nvPr/>
        </p:nvSpPr>
        <p:spPr>
          <a:xfrm>
            <a:off x="7125312" y="3983115"/>
            <a:ext cx="4846320" cy="12344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F2419BA3-E26D-45B9-8E92-3E26CB2641BC}"/>
              </a:ext>
            </a:extLst>
          </p:cNvPr>
          <p:cNvSpPr/>
          <p:nvPr/>
        </p:nvSpPr>
        <p:spPr>
          <a:xfrm>
            <a:off x="7125312" y="3983115"/>
            <a:ext cx="73152" cy="123444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6752745F-C823-4EC5-9F44-6B300D947959}"/>
              </a:ext>
            </a:extLst>
          </p:cNvPr>
          <p:cNvSpPr txBox="1"/>
          <p:nvPr/>
        </p:nvSpPr>
        <p:spPr>
          <a:xfrm>
            <a:off x="7308192" y="4111131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Información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0EB1BD99-9EA0-4CF9-A15F-2E1FFA26DB6C}"/>
              </a:ext>
            </a:extLst>
          </p:cNvPr>
          <p:cNvSpPr txBox="1"/>
          <p:nvPr/>
        </p:nvSpPr>
        <p:spPr>
          <a:xfrm>
            <a:off x="7308192" y="4550043"/>
            <a:ext cx="452628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Datos organizados e interpretados en un contexto.</a:t>
            </a:r>
          </a:p>
        </p:txBody>
      </p:sp>
      <p:sp>
        <p:nvSpPr>
          <p:cNvPr id="13" name="Rounded Rectangle 17">
            <a:extLst>
              <a:ext uri="{FF2B5EF4-FFF2-40B4-BE49-F238E27FC236}">
                <a16:creationId xmlns:a16="http://schemas.microsoft.com/office/drawing/2014/main" id="{8E8EDC7C-4D4F-4683-B135-71248814C8BF}"/>
              </a:ext>
            </a:extLst>
          </p:cNvPr>
          <p:cNvSpPr/>
          <p:nvPr/>
        </p:nvSpPr>
        <p:spPr>
          <a:xfrm>
            <a:off x="7125312" y="5446155"/>
            <a:ext cx="4846320" cy="12344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9CE7CC83-ADB5-4095-9597-AE2B42D818D7}"/>
              </a:ext>
            </a:extLst>
          </p:cNvPr>
          <p:cNvSpPr/>
          <p:nvPr/>
        </p:nvSpPr>
        <p:spPr>
          <a:xfrm>
            <a:off x="7125312" y="5446155"/>
            <a:ext cx="73152" cy="1234440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22A3DBDB-AC1C-41D8-8BCB-B4733DEF2237}"/>
              </a:ext>
            </a:extLst>
          </p:cNvPr>
          <p:cNvSpPr txBox="1"/>
          <p:nvPr/>
        </p:nvSpPr>
        <p:spPr>
          <a:xfrm>
            <a:off x="7308192" y="5574171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Decisión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94209457-CE13-421C-8967-D4097AAA5469}"/>
              </a:ext>
            </a:extLst>
          </p:cNvPr>
          <p:cNvSpPr txBox="1"/>
          <p:nvPr/>
        </p:nvSpPr>
        <p:spPr>
          <a:xfrm>
            <a:off x="7308192" y="6013083"/>
            <a:ext cx="452628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Acción elegida a partir de la información y los objetivos.</a:t>
            </a:r>
          </a:p>
        </p:txBody>
      </p:sp>
    </p:spTree>
    <p:extLst>
      <p:ext uri="{BB962C8B-B14F-4D97-AF65-F5344CB8AC3E}">
        <p14:creationId xmlns:p14="http://schemas.microsoft.com/office/powerpoint/2010/main" val="336434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 de datos: concepto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3"/>
            <a:ext cx="9768596" cy="76579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calidad de los datos es el grado en que los datos son adecuados para el uso previsto y representan de forma confiable aquello que se necesita analizar.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8166167-4A99-4904-87C4-D59155E023AF}"/>
              </a:ext>
            </a:extLst>
          </p:cNvPr>
          <p:cNvSpPr/>
          <p:nvPr/>
        </p:nvSpPr>
        <p:spPr>
          <a:xfrm>
            <a:off x="860460" y="3402616"/>
            <a:ext cx="3474720" cy="228600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965E7C2-9AFD-40D5-8FFE-1068E44C614B}"/>
              </a:ext>
            </a:extLst>
          </p:cNvPr>
          <p:cNvSpPr/>
          <p:nvPr/>
        </p:nvSpPr>
        <p:spPr>
          <a:xfrm>
            <a:off x="860460" y="3402616"/>
            <a:ext cx="73152" cy="2286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FEDC2817-E76B-427C-80DB-D8A7C480F18C}"/>
              </a:ext>
            </a:extLst>
          </p:cNvPr>
          <p:cNvSpPr txBox="1"/>
          <p:nvPr/>
        </p:nvSpPr>
        <p:spPr>
          <a:xfrm>
            <a:off x="1043340" y="3530632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Depende del propósito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02CA975F-F834-4A11-A9B2-F98C73D7FD58}"/>
              </a:ext>
            </a:extLst>
          </p:cNvPr>
          <p:cNvSpPr txBox="1"/>
          <p:nvPr/>
        </p:nvSpPr>
        <p:spPr>
          <a:xfrm>
            <a:off x="1043340" y="3969544"/>
            <a:ext cx="3154679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Un dato puede ser suficiente para un informe general, pero insuficiente para una decisión operativa detallada.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43B60954-E62D-4021-A669-036AD603F84A}"/>
              </a:ext>
            </a:extLst>
          </p:cNvPr>
          <p:cNvSpPr/>
          <p:nvPr/>
        </p:nvSpPr>
        <p:spPr>
          <a:xfrm>
            <a:off x="4563780" y="3402616"/>
            <a:ext cx="3474720" cy="228600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968B602D-7154-45D4-A70F-E622E17BD8F2}"/>
              </a:ext>
            </a:extLst>
          </p:cNvPr>
          <p:cNvSpPr/>
          <p:nvPr/>
        </p:nvSpPr>
        <p:spPr>
          <a:xfrm>
            <a:off x="4563780" y="3402616"/>
            <a:ext cx="73152" cy="228600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F2B2463B-36EC-4D31-9451-A9E1EB5D4D84}"/>
              </a:ext>
            </a:extLst>
          </p:cNvPr>
          <p:cNvSpPr txBox="1"/>
          <p:nvPr/>
        </p:nvSpPr>
        <p:spPr>
          <a:xfrm>
            <a:off x="4746660" y="3530632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Se evalúa con evidencia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831AE6B9-02F6-4D26-8354-217756E05196}"/>
              </a:ext>
            </a:extLst>
          </p:cNvPr>
          <p:cNvSpPr txBox="1"/>
          <p:nvPr/>
        </p:nvSpPr>
        <p:spPr>
          <a:xfrm>
            <a:off x="4746660" y="3969544"/>
            <a:ext cx="3154679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No basta con afirmar que una base “se ve bien”: se revisan reglas, patrones, registros y excepciones.</a:t>
            </a: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4852DD27-4B23-4495-BE9F-08A69679F1BF}"/>
              </a:ext>
            </a:extLst>
          </p:cNvPr>
          <p:cNvSpPr/>
          <p:nvPr/>
        </p:nvSpPr>
        <p:spPr>
          <a:xfrm>
            <a:off x="8267100" y="3402616"/>
            <a:ext cx="3474720" cy="228600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4E6DD8E3-CCDB-4511-894A-098AB3EE2005}"/>
              </a:ext>
            </a:extLst>
          </p:cNvPr>
          <p:cNvSpPr/>
          <p:nvPr/>
        </p:nvSpPr>
        <p:spPr>
          <a:xfrm>
            <a:off x="8267100" y="3402616"/>
            <a:ext cx="73152" cy="2286000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282F93B9-C2EA-4BD4-AE1C-F458023AEA33}"/>
              </a:ext>
            </a:extLst>
          </p:cNvPr>
          <p:cNvSpPr txBox="1"/>
          <p:nvPr/>
        </p:nvSpPr>
        <p:spPr>
          <a:xfrm>
            <a:off x="8449979" y="3530632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Es responsabilidad continua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994144EF-82CA-4114-A072-CF2666FCE6EE}"/>
              </a:ext>
            </a:extLst>
          </p:cNvPr>
          <p:cNvSpPr txBox="1"/>
          <p:nvPr/>
        </p:nvSpPr>
        <p:spPr>
          <a:xfrm>
            <a:off x="8449979" y="3969544"/>
            <a:ext cx="3154679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La calidad se debe controlar al capturar, integrar, transformar, almacenar y usar los datos.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B177479-2498-4A6E-B291-DB06A7BAF869}"/>
              </a:ext>
            </a:extLst>
          </p:cNvPr>
          <p:cNvSpPr txBox="1"/>
          <p:nvPr/>
        </p:nvSpPr>
        <p:spPr>
          <a:xfrm>
            <a:off x="1286324" y="6355015"/>
            <a:ext cx="1015281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A7D5A"/>
                </a:solidFill>
                <a:latin typeface="Aptos"/>
              </a:defRPr>
            </a:pPr>
            <a:r>
              <a:rPr lang="es-ES" dirty="0"/>
              <a:t>Calidad  de datos </a:t>
            </a:r>
            <a:r>
              <a:rPr lang="es-ES" i="1" dirty="0"/>
              <a:t>no significa </a:t>
            </a:r>
            <a:r>
              <a:rPr lang="es-ES" dirty="0"/>
              <a:t>que los datos sean perfectos, sino que sean confiables para la pregunta que se quiere responder.</a:t>
            </a:r>
          </a:p>
        </p:txBody>
      </p:sp>
    </p:spTree>
    <p:extLst>
      <p:ext uri="{BB962C8B-B14F-4D97-AF65-F5344CB8AC3E}">
        <p14:creationId xmlns:p14="http://schemas.microsoft.com/office/powerpoint/2010/main" val="384249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Seis dimensiones frecuentes de la calidad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2B1E6A36-7E77-435B-A075-77BFBF13591E}"/>
              </a:ext>
            </a:extLst>
          </p:cNvPr>
          <p:cNvSpPr/>
          <p:nvPr/>
        </p:nvSpPr>
        <p:spPr>
          <a:xfrm>
            <a:off x="773644" y="2052351"/>
            <a:ext cx="3520440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0C6830A1-DB7B-42C3-ADD4-215EC24D5672}"/>
              </a:ext>
            </a:extLst>
          </p:cNvPr>
          <p:cNvSpPr/>
          <p:nvPr/>
        </p:nvSpPr>
        <p:spPr>
          <a:xfrm>
            <a:off x="773644" y="2052351"/>
            <a:ext cx="73152" cy="1874519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96D3AA4F-9516-4C7D-85C2-3D729C3BFC7F}"/>
              </a:ext>
            </a:extLst>
          </p:cNvPr>
          <p:cNvSpPr txBox="1"/>
          <p:nvPr/>
        </p:nvSpPr>
        <p:spPr>
          <a:xfrm>
            <a:off x="956523" y="2180367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Exactitud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AE86247C-E3E9-4CB9-8CE5-0AA77E1C2D22}"/>
              </a:ext>
            </a:extLst>
          </p:cNvPr>
          <p:cNvSpPr txBox="1"/>
          <p:nvPr/>
        </p:nvSpPr>
        <p:spPr>
          <a:xfrm>
            <a:off x="956523" y="2619279"/>
            <a:ext cx="32004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¿El valor </a:t>
            </a:r>
            <a:r>
              <a:rPr dirty="0" err="1"/>
              <a:t>refleja</a:t>
            </a:r>
            <a:r>
              <a:rPr dirty="0"/>
              <a:t> la </a:t>
            </a:r>
            <a:r>
              <a:rPr dirty="0" err="1"/>
              <a:t>realidad</a:t>
            </a:r>
            <a:r>
              <a:rPr dirty="0"/>
              <a:t>?</a:t>
            </a:r>
          </a:p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Edad</a:t>
            </a:r>
            <a:r>
              <a:rPr dirty="0"/>
              <a:t> </a:t>
            </a:r>
            <a:r>
              <a:rPr dirty="0" err="1"/>
              <a:t>registrada</a:t>
            </a:r>
            <a:r>
              <a:rPr dirty="0"/>
              <a:t>: 250 </a:t>
            </a:r>
            <a:r>
              <a:rPr dirty="0" err="1"/>
              <a:t>años</a:t>
            </a:r>
            <a:r>
              <a:rPr dirty="0"/>
              <a:t>.</a:t>
            </a:r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F42B339F-FB2D-45FE-AD7F-D888E4575F03}"/>
              </a:ext>
            </a:extLst>
          </p:cNvPr>
          <p:cNvSpPr/>
          <p:nvPr/>
        </p:nvSpPr>
        <p:spPr>
          <a:xfrm>
            <a:off x="4568404" y="2052351"/>
            <a:ext cx="3520440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895B8144-0B97-4512-8BA0-320EE2DEE3E0}"/>
              </a:ext>
            </a:extLst>
          </p:cNvPr>
          <p:cNvSpPr/>
          <p:nvPr/>
        </p:nvSpPr>
        <p:spPr>
          <a:xfrm>
            <a:off x="4568404" y="2052351"/>
            <a:ext cx="73152" cy="1874519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78C976E1-969B-4A62-BBD6-90C6358FD39F}"/>
              </a:ext>
            </a:extLst>
          </p:cNvPr>
          <p:cNvSpPr txBox="1"/>
          <p:nvPr/>
        </p:nvSpPr>
        <p:spPr>
          <a:xfrm>
            <a:off x="4751284" y="2180367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Completitud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A9AEB554-D0E3-4CA8-8943-151CE7BF27A2}"/>
              </a:ext>
            </a:extLst>
          </p:cNvPr>
          <p:cNvSpPr txBox="1"/>
          <p:nvPr/>
        </p:nvSpPr>
        <p:spPr>
          <a:xfrm>
            <a:off x="4751284" y="2619279"/>
            <a:ext cx="32004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presentes</a:t>
            </a:r>
            <a:r>
              <a:rPr dirty="0"/>
              <a:t> los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necesarios</a:t>
            </a:r>
            <a:r>
              <a:rPr dirty="0"/>
              <a:t>?</a:t>
            </a:r>
          </a:p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Pedidos</a:t>
            </a:r>
            <a:r>
              <a:rPr dirty="0"/>
              <a:t> sin </a:t>
            </a:r>
            <a:r>
              <a:rPr dirty="0" err="1"/>
              <a:t>fecha</a:t>
            </a:r>
            <a:r>
              <a:rPr dirty="0"/>
              <a:t> o sin valor.</a:t>
            </a:r>
          </a:p>
        </p:txBody>
      </p:sp>
      <p:sp>
        <p:nvSpPr>
          <p:cNvPr id="28" name="Rounded Rectangle 15">
            <a:extLst>
              <a:ext uri="{FF2B5EF4-FFF2-40B4-BE49-F238E27FC236}">
                <a16:creationId xmlns:a16="http://schemas.microsoft.com/office/drawing/2014/main" id="{B927D313-8784-496B-A837-81AF0356A15D}"/>
              </a:ext>
            </a:extLst>
          </p:cNvPr>
          <p:cNvSpPr/>
          <p:nvPr/>
        </p:nvSpPr>
        <p:spPr>
          <a:xfrm>
            <a:off x="8363164" y="2052351"/>
            <a:ext cx="3520440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8B40C6F8-27D2-4219-AEC9-ED0B1A71C59F}"/>
              </a:ext>
            </a:extLst>
          </p:cNvPr>
          <p:cNvSpPr/>
          <p:nvPr/>
        </p:nvSpPr>
        <p:spPr>
          <a:xfrm>
            <a:off x="8363164" y="2052351"/>
            <a:ext cx="73152" cy="1874519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CA5096C7-83B9-4613-BF9E-97141E411990}"/>
              </a:ext>
            </a:extLst>
          </p:cNvPr>
          <p:cNvSpPr txBox="1"/>
          <p:nvPr/>
        </p:nvSpPr>
        <p:spPr>
          <a:xfrm>
            <a:off x="8546044" y="2180367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Consistencia</a:t>
            </a: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086828DB-8452-40CC-A83E-8ED77B7447AF}"/>
              </a:ext>
            </a:extLst>
          </p:cNvPr>
          <p:cNvSpPr txBox="1"/>
          <p:nvPr/>
        </p:nvSpPr>
        <p:spPr>
          <a:xfrm>
            <a:off x="8546044" y="2619279"/>
            <a:ext cx="32004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¿Los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concuerdan</a:t>
            </a:r>
            <a:r>
              <a:rPr dirty="0"/>
              <a:t> entre </a:t>
            </a:r>
            <a:r>
              <a:rPr dirty="0" err="1"/>
              <a:t>fuentes</a:t>
            </a:r>
            <a:r>
              <a:rPr dirty="0"/>
              <a:t> o </a:t>
            </a:r>
            <a:r>
              <a:rPr dirty="0" err="1"/>
              <a:t>reglas</a:t>
            </a:r>
            <a:r>
              <a:rPr dirty="0"/>
              <a:t>?</a:t>
            </a:r>
          </a:p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Una </a:t>
            </a:r>
            <a:r>
              <a:rPr dirty="0" err="1"/>
              <a:t>venta</a:t>
            </a:r>
            <a:r>
              <a:rPr dirty="0"/>
              <a:t> </a:t>
            </a:r>
            <a:r>
              <a:rPr dirty="0" err="1"/>
              <a:t>figura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pagada</a:t>
            </a:r>
            <a:r>
              <a:rPr dirty="0"/>
              <a:t> y </a:t>
            </a:r>
            <a:r>
              <a:rPr dirty="0" err="1"/>
              <a:t>pendiente</a:t>
            </a:r>
            <a:r>
              <a:rPr dirty="0"/>
              <a:t>.</a:t>
            </a:r>
          </a:p>
        </p:txBody>
      </p:sp>
      <p:sp>
        <p:nvSpPr>
          <p:cNvPr id="32" name="Rounded Rectangle 19">
            <a:extLst>
              <a:ext uri="{FF2B5EF4-FFF2-40B4-BE49-F238E27FC236}">
                <a16:creationId xmlns:a16="http://schemas.microsoft.com/office/drawing/2014/main" id="{3A41B769-3785-40C1-8C8E-F61EDE5AE1C7}"/>
              </a:ext>
            </a:extLst>
          </p:cNvPr>
          <p:cNvSpPr/>
          <p:nvPr/>
        </p:nvSpPr>
        <p:spPr>
          <a:xfrm>
            <a:off x="773644" y="4292631"/>
            <a:ext cx="3520440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20">
            <a:extLst>
              <a:ext uri="{FF2B5EF4-FFF2-40B4-BE49-F238E27FC236}">
                <a16:creationId xmlns:a16="http://schemas.microsoft.com/office/drawing/2014/main" id="{14CC5B22-697A-4FCE-A7EA-E33C4DDCF457}"/>
              </a:ext>
            </a:extLst>
          </p:cNvPr>
          <p:cNvSpPr/>
          <p:nvPr/>
        </p:nvSpPr>
        <p:spPr>
          <a:xfrm>
            <a:off x="773644" y="4292631"/>
            <a:ext cx="73152" cy="1874519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F8D675FF-1259-4748-BB76-FFBEF4B795A5}"/>
              </a:ext>
            </a:extLst>
          </p:cNvPr>
          <p:cNvSpPr txBox="1"/>
          <p:nvPr/>
        </p:nvSpPr>
        <p:spPr>
          <a:xfrm>
            <a:off x="956523" y="4420647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Validez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3E6E4D7F-9FC5-48F3-BA26-122F28E9B89C}"/>
              </a:ext>
            </a:extLst>
          </p:cNvPr>
          <p:cNvSpPr txBox="1"/>
          <p:nvPr/>
        </p:nvSpPr>
        <p:spPr>
          <a:xfrm>
            <a:off x="956523" y="4859559"/>
            <a:ext cx="32004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Cumple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formato</a:t>
            </a:r>
            <a:r>
              <a:rPr dirty="0"/>
              <a:t> y las </a:t>
            </a:r>
            <a:r>
              <a:rPr dirty="0" err="1"/>
              <a:t>reglas</a:t>
            </a:r>
            <a:r>
              <a:rPr dirty="0"/>
              <a:t> </a:t>
            </a:r>
            <a:r>
              <a:rPr dirty="0" err="1"/>
              <a:t>definidas</a:t>
            </a:r>
            <a:r>
              <a:rPr dirty="0"/>
              <a:t>?</a:t>
            </a:r>
          </a:p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Correo</a:t>
            </a:r>
            <a:r>
              <a:rPr dirty="0"/>
              <a:t> sin </a:t>
            </a:r>
            <a:r>
              <a:rPr dirty="0" err="1"/>
              <a:t>estructura</a:t>
            </a:r>
            <a:r>
              <a:rPr dirty="0"/>
              <a:t> </a:t>
            </a:r>
            <a:r>
              <a:rPr dirty="0" err="1"/>
              <a:t>válida</a:t>
            </a:r>
            <a:r>
              <a:rPr dirty="0"/>
              <a:t>.</a:t>
            </a:r>
          </a:p>
        </p:txBody>
      </p:sp>
      <p:sp>
        <p:nvSpPr>
          <p:cNvPr id="36" name="Rounded Rectangle 23">
            <a:extLst>
              <a:ext uri="{FF2B5EF4-FFF2-40B4-BE49-F238E27FC236}">
                <a16:creationId xmlns:a16="http://schemas.microsoft.com/office/drawing/2014/main" id="{4EFAF6B7-CAB8-4F80-9FE0-9CAA9EAD49B7}"/>
              </a:ext>
            </a:extLst>
          </p:cNvPr>
          <p:cNvSpPr/>
          <p:nvPr/>
        </p:nvSpPr>
        <p:spPr>
          <a:xfrm>
            <a:off x="4568404" y="4292631"/>
            <a:ext cx="3520440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6B5B5C17-94AB-4101-8933-430C4C8F013C}"/>
              </a:ext>
            </a:extLst>
          </p:cNvPr>
          <p:cNvSpPr/>
          <p:nvPr/>
        </p:nvSpPr>
        <p:spPr>
          <a:xfrm>
            <a:off x="4568404" y="4292631"/>
            <a:ext cx="73152" cy="1874519"/>
          </a:xfrm>
          <a:prstGeom prst="rect">
            <a:avLst/>
          </a:prstGeom>
          <a:solidFill>
            <a:srgbClr val="2A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25">
            <a:extLst>
              <a:ext uri="{FF2B5EF4-FFF2-40B4-BE49-F238E27FC236}">
                <a16:creationId xmlns:a16="http://schemas.microsoft.com/office/drawing/2014/main" id="{A5F33E75-38F3-4AC4-9021-591FBDA41E58}"/>
              </a:ext>
            </a:extLst>
          </p:cNvPr>
          <p:cNvSpPr txBox="1"/>
          <p:nvPr/>
        </p:nvSpPr>
        <p:spPr>
          <a:xfrm>
            <a:off x="4751284" y="4420647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Unicidad</a:t>
            </a: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1C0C4CCC-5CCC-4EE5-9AC8-1CC0779F8B03}"/>
              </a:ext>
            </a:extLst>
          </p:cNvPr>
          <p:cNvSpPr txBox="1"/>
          <p:nvPr/>
        </p:nvSpPr>
        <p:spPr>
          <a:xfrm>
            <a:off x="4751284" y="4859559"/>
            <a:ext cx="32004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entidad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una sola </a:t>
            </a:r>
            <a:r>
              <a:rPr dirty="0" err="1"/>
              <a:t>vez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?</a:t>
            </a:r>
          </a:p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</a:t>
            </a:r>
            <a:r>
              <a:rPr dirty="0" err="1"/>
              <a:t>duplicado</a:t>
            </a:r>
            <a:r>
              <a:rPr dirty="0"/>
              <a:t>.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972F23B1-DA52-45E0-84F6-0D8D0DF2FA99}"/>
              </a:ext>
            </a:extLst>
          </p:cNvPr>
          <p:cNvSpPr/>
          <p:nvPr/>
        </p:nvSpPr>
        <p:spPr>
          <a:xfrm>
            <a:off x="8363164" y="4292631"/>
            <a:ext cx="3520440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28">
            <a:extLst>
              <a:ext uri="{FF2B5EF4-FFF2-40B4-BE49-F238E27FC236}">
                <a16:creationId xmlns:a16="http://schemas.microsoft.com/office/drawing/2014/main" id="{48580754-2F23-40FA-B5EB-2F3287F1B538}"/>
              </a:ext>
            </a:extLst>
          </p:cNvPr>
          <p:cNvSpPr/>
          <p:nvPr/>
        </p:nvSpPr>
        <p:spPr>
          <a:xfrm>
            <a:off x="8363164" y="4292631"/>
            <a:ext cx="73152" cy="1874519"/>
          </a:xfrm>
          <a:prstGeom prst="rect">
            <a:avLst/>
          </a:prstGeom>
          <a:solidFill>
            <a:srgbClr val="5C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9101EF8C-68D5-49F2-A756-BD325DC0CC02}"/>
              </a:ext>
            </a:extLst>
          </p:cNvPr>
          <p:cNvSpPr txBox="1"/>
          <p:nvPr/>
        </p:nvSpPr>
        <p:spPr>
          <a:xfrm>
            <a:off x="8546044" y="4420647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Oportunidad</a:t>
            </a:r>
          </a:p>
        </p:txBody>
      </p:sp>
      <p:sp>
        <p:nvSpPr>
          <p:cNvPr id="43" name="TextBox 30">
            <a:extLst>
              <a:ext uri="{FF2B5EF4-FFF2-40B4-BE49-F238E27FC236}">
                <a16:creationId xmlns:a16="http://schemas.microsoft.com/office/drawing/2014/main" id="{D53E5EA9-76EE-4AF2-BA04-82C7DC804AB9}"/>
              </a:ext>
            </a:extLst>
          </p:cNvPr>
          <p:cNvSpPr txBox="1"/>
          <p:nvPr/>
        </p:nvSpPr>
        <p:spPr>
          <a:xfrm>
            <a:off x="8546044" y="4859559"/>
            <a:ext cx="3200400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Está</a:t>
            </a:r>
            <a:r>
              <a:rPr dirty="0"/>
              <a:t> disponible </a:t>
            </a:r>
            <a:r>
              <a:rPr dirty="0" err="1"/>
              <a:t>cuando</a:t>
            </a:r>
            <a:r>
              <a:rPr dirty="0"/>
              <a:t> se </a:t>
            </a:r>
            <a:r>
              <a:rPr dirty="0" err="1"/>
              <a:t>necesita</a:t>
            </a:r>
            <a:r>
              <a:rPr dirty="0"/>
              <a:t>?</a:t>
            </a:r>
          </a:p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Reporte</a:t>
            </a:r>
            <a:r>
              <a:rPr dirty="0"/>
              <a:t> de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entregado</a:t>
            </a:r>
            <a:r>
              <a:rPr dirty="0"/>
              <a:t> con </a:t>
            </a:r>
            <a:r>
              <a:rPr dirty="0" err="1"/>
              <a:t>semanas</a:t>
            </a:r>
            <a:r>
              <a:rPr dirty="0"/>
              <a:t> de </a:t>
            </a:r>
            <a:r>
              <a:rPr dirty="0" err="1"/>
              <a:t>retraso</a:t>
            </a:r>
            <a:r>
              <a:rPr dirty="0"/>
              <a:t>.</a:t>
            </a:r>
          </a:p>
        </p:txBody>
      </p:sp>
      <p:sp>
        <p:nvSpPr>
          <p:cNvPr id="44" name="TextBox 31">
            <a:extLst>
              <a:ext uri="{FF2B5EF4-FFF2-40B4-BE49-F238E27FC236}">
                <a16:creationId xmlns:a16="http://schemas.microsoft.com/office/drawing/2014/main" id="{919C4730-B7DE-4783-98B6-90CC21610F01}"/>
              </a:ext>
            </a:extLst>
          </p:cNvPr>
          <p:cNvSpPr txBox="1"/>
          <p:nvPr/>
        </p:nvSpPr>
        <p:spPr>
          <a:xfrm>
            <a:off x="865084" y="6578631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53F"/>
                </a:solidFill>
                <a:latin typeface="Aptos"/>
              </a:defRPr>
            </a:pPr>
            <a:r>
              <a:rPr dirty="0"/>
              <a:t>Las </a:t>
            </a:r>
            <a:r>
              <a:rPr dirty="0" err="1"/>
              <a:t>dimensiones</a:t>
            </a:r>
            <a:r>
              <a:rPr dirty="0"/>
              <a:t> se </a:t>
            </a:r>
            <a:r>
              <a:rPr dirty="0" err="1"/>
              <a:t>complementan</a:t>
            </a:r>
            <a:r>
              <a:rPr dirty="0"/>
              <a:t>: un </a:t>
            </a: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ser </a:t>
            </a:r>
            <a:r>
              <a:rPr dirty="0" err="1"/>
              <a:t>completo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incorrecto</a:t>
            </a:r>
            <a:r>
              <a:rPr dirty="0"/>
              <a:t>; </a:t>
            </a:r>
            <a:r>
              <a:rPr dirty="0" err="1"/>
              <a:t>válido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formato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desactualizado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070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Cómo se manifiestan los problemas de calidad</a:t>
            </a:r>
          </a:p>
        </p:txBody>
      </p:sp>
      <p:graphicFrame>
        <p:nvGraphicFramePr>
          <p:cNvPr id="45" name="Table 7">
            <a:extLst>
              <a:ext uri="{FF2B5EF4-FFF2-40B4-BE49-F238E27FC236}">
                <a16:creationId xmlns:a16="http://schemas.microsoft.com/office/drawing/2014/main" id="{6DFC5D79-438A-4318-B557-8DDE41F68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09484"/>
              </p:ext>
            </p:extLst>
          </p:nvPr>
        </p:nvGraphicFramePr>
        <p:xfrm>
          <a:off x="758747" y="2073838"/>
          <a:ext cx="10972800" cy="468085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6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 dirty="0"/>
                        <a:t>Campo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/>
                        <a:t>Valor observado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 dirty="0" err="1"/>
                        <a:t>Posible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problema</a:t>
                      </a:r>
                      <a:endParaRPr sz="2400" dirty="0"/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 dirty="0" err="1"/>
                        <a:t>Qué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comprobar</a:t>
                      </a:r>
                      <a:endParaRPr sz="2400" dirty="0"/>
                    </a:p>
                  </a:txBody>
                  <a:tcPr marR="73152" marT="54864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 err="1"/>
                        <a:t>Fecha</a:t>
                      </a:r>
                      <a:r>
                        <a:rPr sz="2000" dirty="0"/>
                        <a:t> de c</a:t>
                      </a:r>
                      <a:r>
                        <a:rPr lang="es-CO" sz="2000" dirty="0"/>
                        <a:t>o</a:t>
                      </a:r>
                      <a:r>
                        <a:rPr sz="2000" dirty="0" err="1"/>
                        <a:t>mpra</a:t>
                      </a:r>
                      <a:endParaRPr sz="2000" dirty="0"/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/>
                        <a:t>31/02/2026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 err="1"/>
                        <a:t>Validez</a:t>
                      </a:r>
                      <a:endParaRPr sz="2000" dirty="0"/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¿La fecha existe en el calendario?</a:t>
                      </a:r>
                    </a:p>
                  </a:txBody>
                  <a:tcPr marR="73152" marT="54864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Correo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ana@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Validez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¿Cumple la regla de formato definida?</a:t>
                      </a:r>
                    </a:p>
                  </a:txBody>
                  <a:tcPr marR="73152" marT="54864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ID cliente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C104 repetido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 err="1"/>
                        <a:t>Unicidad</a:t>
                      </a:r>
                      <a:endParaRPr sz="2000" dirty="0"/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¿Es duplicado real o son compras distintas?</a:t>
                      </a:r>
                    </a:p>
                  </a:txBody>
                  <a:tcPr marR="73152" marT="54864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Ventas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-250.000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Exactitud / regla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¿Es devolución, ajuste o error?</a:t>
                      </a:r>
                    </a:p>
                  </a:txBody>
                  <a:tcPr marR="73152" marT="54864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Ciudad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Popayán / Popayan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 err="1"/>
                        <a:t>Consistencia</a:t>
                      </a:r>
                      <a:endParaRPr sz="2000" dirty="0"/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¿Son variantes equivalentes según el catálogo?</a:t>
                      </a:r>
                    </a:p>
                  </a:txBody>
                  <a:tcPr marR="73152" marT="54864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Edad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Vacío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Completitud</a:t>
                      </a:r>
                    </a:p>
                  </a:txBody>
                  <a:tcPr marR="73152" marT="54864" marB="36576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/>
                        <a:t>¿Es </a:t>
                      </a:r>
                      <a:r>
                        <a:rPr sz="2000" dirty="0" err="1"/>
                        <a:t>obligatorio</a:t>
                      </a:r>
                      <a:r>
                        <a:rPr sz="2000" dirty="0"/>
                        <a:t> para </a:t>
                      </a:r>
                      <a:r>
                        <a:rPr sz="2000" dirty="0" err="1"/>
                        <a:t>el</a:t>
                      </a:r>
                      <a:r>
                        <a:rPr sz="2000" dirty="0"/>
                        <a:t> </a:t>
                      </a:r>
                      <a:r>
                        <a:rPr sz="2000" dirty="0" err="1"/>
                        <a:t>análisis</a:t>
                      </a:r>
                      <a:r>
                        <a:rPr sz="2000" dirty="0"/>
                        <a:t>?</a:t>
                      </a:r>
                    </a:p>
                  </a:txBody>
                  <a:tcPr marR="73152" marT="54864" marB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TextBox 8">
            <a:extLst>
              <a:ext uri="{FF2B5EF4-FFF2-40B4-BE49-F238E27FC236}">
                <a16:creationId xmlns:a16="http://schemas.microsoft.com/office/drawing/2014/main" id="{C58F391E-CA72-44C9-A7DB-1A8614CCA498}"/>
              </a:ext>
            </a:extLst>
          </p:cNvPr>
          <p:cNvSpPr txBox="1"/>
          <p:nvPr/>
        </p:nvSpPr>
        <p:spPr>
          <a:xfrm>
            <a:off x="1358243" y="6910304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B44141"/>
                </a:solidFill>
                <a:latin typeface="Aptos"/>
              </a:defRPr>
            </a:pPr>
            <a:r>
              <a:t>Un valor inusual no demuestra por sí solo que exista un error: requiere contexto y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3613624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Perfilamiento: conocer antes de limpiar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3"/>
            <a:ext cx="9768596" cy="76579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perfilamiento de datos es una revisión inicial de la estructura, contenido y patrones de una base para entender qué contiene y detectar posibles riesgos.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20EAA828-09E9-40AF-937B-15D835E20131}"/>
              </a:ext>
            </a:extLst>
          </p:cNvPr>
          <p:cNvSpPr/>
          <p:nvPr/>
        </p:nvSpPr>
        <p:spPr>
          <a:xfrm>
            <a:off x="829639" y="3192798"/>
            <a:ext cx="3474720" cy="233172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0B14D649-CD6A-4DA0-A050-4C3016AD044F}"/>
              </a:ext>
            </a:extLst>
          </p:cNvPr>
          <p:cNvSpPr/>
          <p:nvPr/>
        </p:nvSpPr>
        <p:spPr>
          <a:xfrm>
            <a:off x="829639" y="3192798"/>
            <a:ext cx="73152" cy="2331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19F84794-25BD-477B-B920-63FE33693D21}"/>
              </a:ext>
            </a:extLst>
          </p:cNvPr>
          <p:cNvSpPr txBox="1"/>
          <p:nvPr/>
        </p:nvSpPr>
        <p:spPr>
          <a:xfrm>
            <a:off x="1012519" y="3320814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Estructura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1BB7C01E-0C4A-4F4C-9B56-74292FD894AD}"/>
              </a:ext>
            </a:extLst>
          </p:cNvPr>
          <p:cNvSpPr txBox="1"/>
          <p:nvPr/>
        </p:nvSpPr>
        <p:spPr>
          <a:xfrm>
            <a:off x="1012519" y="3759726"/>
            <a:ext cx="3154679" cy="16733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Número de filas y columnas; nombres y tipos de campos; claves y relaciones.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AEF2B7FC-4A8A-421B-84E6-E28B2E3B868D}"/>
              </a:ext>
            </a:extLst>
          </p:cNvPr>
          <p:cNvSpPr/>
          <p:nvPr/>
        </p:nvSpPr>
        <p:spPr>
          <a:xfrm>
            <a:off x="4532959" y="3192798"/>
            <a:ext cx="3474720" cy="233172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486B5C38-F708-4E4E-8466-407D66927717}"/>
              </a:ext>
            </a:extLst>
          </p:cNvPr>
          <p:cNvSpPr/>
          <p:nvPr/>
        </p:nvSpPr>
        <p:spPr>
          <a:xfrm>
            <a:off x="4532959" y="3192798"/>
            <a:ext cx="73152" cy="233172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B9A2BA70-2E7A-4FAA-A762-98C968FF8177}"/>
              </a:ext>
            </a:extLst>
          </p:cNvPr>
          <p:cNvSpPr txBox="1"/>
          <p:nvPr/>
        </p:nvSpPr>
        <p:spPr>
          <a:xfrm>
            <a:off x="4715839" y="3320814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Contenido</a:t>
            </a: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5230983C-79CF-4AFA-B8EB-92551FA277A7}"/>
              </a:ext>
            </a:extLst>
          </p:cNvPr>
          <p:cNvSpPr txBox="1"/>
          <p:nvPr/>
        </p:nvSpPr>
        <p:spPr>
          <a:xfrm>
            <a:off x="4715839" y="3759726"/>
            <a:ext cx="3154679" cy="16733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Valores mínimos y máximos; categorías; frecuencias; campos vacíos; formatos.</a:t>
            </a:r>
          </a:p>
        </p:txBody>
      </p:sp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C9C2F6CB-C950-4950-B6CC-BE3436D1AD78}"/>
              </a:ext>
            </a:extLst>
          </p:cNvPr>
          <p:cNvSpPr/>
          <p:nvPr/>
        </p:nvSpPr>
        <p:spPr>
          <a:xfrm>
            <a:off x="8236279" y="3192798"/>
            <a:ext cx="3474720" cy="233172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F0B196DC-EF08-4CE9-9DE8-39B223158A13}"/>
              </a:ext>
            </a:extLst>
          </p:cNvPr>
          <p:cNvSpPr/>
          <p:nvPr/>
        </p:nvSpPr>
        <p:spPr>
          <a:xfrm>
            <a:off x="8236279" y="3192798"/>
            <a:ext cx="73152" cy="2331720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FFDBAFA6-1A9A-4693-8211-0F767E22DE62}"/>
              </a:ext>
            </a:extLst>
          </p:cNvPr>
          <p:cNvSpPr txBox="1"/>
          <p:nvPr/>
        </p:nvSpPr>
        <p:spPr>
          <a:xfrm>
            <a:off x="8419158" y="3320814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Patrones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768889A3-F266-4519-8980-9347416C0B10}"/>
              </a:ext>
            </a:extLst>
          </p:cNvPr>
          <p:cNvSpPr txBox="1"/>
          <p:nvPr/>
        </p:nvSpPr>
        <p:spPr>
          <a:xfrm>
            <a:off x="8419158" y="3759726"/>
            <a:ext cx="3154679" cy="16733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Duplicados; categorías inesperadas; distribuciones extrañas; contradicciones entre campos.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9296D5F9-7598-46A0-8128-70B77067C2CB}"/>
              </a:ext>
            </a:extLst>
          </p:cNvPr>
          <p:cNvSpPr txBox="1"/>
          <p:nvPr/>
        </p:nvSpPr>
        <p:spPr>
          <a:xfrm>
            <a:off x="1012519" y="5956443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antes de </a:t>
            </a:r>
            <a:r>
              <a:rPr dirty="0" err="1"/>
              <a:t>analizar</a:t>
            </a:r>
            <a:r>
              <a:rPr dirty="0"/>
              <a:t> la </a:t>
            </a:r>
            <a:r>
              <a:rPr dirty="0" err="1"/>
              <a:t>conversión</a:t>
            </a:r>
            <a:r>
              <a:rPr dirty="0"/>
              <a:t> por canal, </a:t>
            </a:r>
            <a:r>
              <a:rPr dirty="0" err="1"/>
              <a:t>comprobar</a:t>
            </a:r>
            <a:r>
              <a:rPr dirty="0"/>
              <a:t> </a:t>
            </a:r>
            <a:r>
              <a:rPr dirty="0" err="1"/>
              <a:t>cuántos</a:t>
            </a:r>
            <a:r>
              <a:rPr dirty="0"/>
              <a:t> </a:t>
            </a:r>
            <a:r>
              <a:rPr dirty="0" err="1"/>
              <a:t>registros</a:t>
            </a:r>
            <a:r>
              <a:rPr dirty="0"/>
              <a:t> hay,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conversión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un </a:t>
            </a:r>
            <a:r>
              <a:rPr dirty="0" err="1"/>
              <a:t>identificador</a:t>
            </a:r>
            <a:r>
              <a:rPr dirty="0"/>
              <a:t> y </a:t>
            </a:r>
            <a:r>
              <a:rPr dirty="0" err="1"/>
              <a:t>si</a:t>
            </a:r>
            <a:r>
              <a:rPr dirty="0"/>
              <a:t> los </a:t>
            </a:r>
            <a:r>
              <a:rPr dirty="0" err="1"/>
              <a:t>canales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escritos</a:t>
            </a:r>
            <a:r>
              <a:rPr dirty="0"/>
              <a:t> de forma </a:t>
            </a:r>
            <a:r>
              <a:rPr dirty="0" err="1"/>
              <a:t>uniforme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75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ES" sz="4000" dirty="0"/>
              <a:t>Datos faltantes: no todos significan lo mismo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3"/>
            <a:ext cx="9768596" cy="76579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dato faltante ocurre cuando un campo no tiene un valor registrado. Su significado depende de por qué falta y de cómo se usará el campo.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03C1EA52-8395-45AB-A2C5-9D745120DF79}"/>
              </a:ext>
            </a:extLst>
          </p:cNvPr>
          <p:cNvSpPr/>
          <p:nvPr/>
        </p:nvSpPr>
        <p:spPr>
          <a:xfrm>
            <a:off x="704084" y="3330323"/>
            <a:ext cx="3474720" cy="20116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68C009BC-7C60-4134-8A08-6D8880B2BA19}"/>
              </a:ext>
            </a:extLst>
          </p:cNvPr>
          <p:cNvSpPr/>
          <p:nvPr/>
        </p:nvSpPr>
        <p:spPr>
          <a:xfrm>
            <a:off x="704084" y="3330323"/>
            <a:ext cx="73152" cy="20116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867D87D2-8E33-4B43-9B0C-C3C25BD899E7}"/>
              </a:ext>
            </a:extLst>
          </p:cNvPr>
          <p:cNvSpPr txBox="1"/>
          <p:nvPr/>
        </p:nvSpPr>
        <p:spPr>
          <a:xfrm>
            <a:off x="886964" y="3458339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No aplica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36D99E80-BA11-406B-8897-840422FD5FE8}"/>
              </a:ext>
            </a:extLst>
          </p:cNvPr>
          <p:cNvSpPr txBox="1"/>
          <p:nvPr/>
        </p:nvSpPr>
        <p:spPr>
          <a:xfrm>
            <a:off x="886964" y="3897251"/>
            <a:ext cx="3154679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El campo no </a:t>
            </a:r>
            <a:r>
              <a:rPr dirty="0" err="1"/>
              <a:t>corresponde</a:t>
            </a:r>
            <a:r>
              <a:rPr dirty="0"/>
              <a:t> a ese </a:t>
            </a:r>
            <a:r>
              <a:rPr dirty="0" err="1"/>
              <a:t>registro</a:t>
            </a:r>
            <a:r>
              <a:rPr dirty="0"/>
              <a:t>. </a:t>
            </a:r>
            <a:r>
              <a:rPr dirty="0" err="1"/>
              <a:t>Ej</a:t>
            </a:r>
            <a:r>
              <a:rPr dirty="0"/>
              <a:t>.: </a:t>
            </a:r>
            <a:r>
              <a:rPr dirty="0" err="1"/>
              <a:t>fecha</a:t>
            </a:r>
            <a:r>
              <a:rPr dirty="0"/>
              <a:t> de </a:t>
            </a:r>
            <a:r>
              <a:rPr dirty="0" err="1"/>
              <a:t>envío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una </a:t>
            </a:r>
            <a:r>
              <a:rPr dirty="0" err="1"/>
              <a:t>compra</a:t>
            </a:r>
            <a:r>
              <a:rPr dirty="0"/>
              <a:t> que no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envío</a:t>
            </a:r>
            <a:r>
              <a:rPr dirty="0"/>
              <a:t>.</a:t>
            </a:r>
          </a:p>
        </p:txBody>
      </p:sp>
      <p:sp>
        <p:nvSpPr>
          <p:cNvPr id="35" name="Rounded Rectangle 12">
            <a:extLst>
              <a:ext uri="{FF2B5EF4-FFF2-40B4-BE49-F238E27FC236}">
                <a16:creationId xmlns:a16="http://schemas.microsoft.com/office/drawing/2014/main" id="{5D24DC52-AC4E-40E5-9A24-440ABC8E100C}"/>
              </a:ext>
            </a:extLst>
          </p:cNvPr>
          <p:cNvSpPr/>
          <p:nvPr/>
        </p:nvSpPr>
        <p:spPr>
          <a:xfrm>
            <a:off x="4407404" y="3330323"/>
            <a:ext cx="3474720" cy="20116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EF1F0915-DE72-4E1A-98A7-D88FF7FEA79E}"/>
              </a:ext>
            </a:extLst>
          </p:cNvPr>
          <p:cNvSpPr/>
          <p:nvPr/>
        </p:nvSpPr>
        <p:spPr>
          <a:xfrm>
            <a:off x="4407404" y="3330323"/>
            <a:ext cx="73152" cy="201168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B0E3C858-0661-4C86-81A4-0EB6493100E3}"/>
              </a:ext>
            </a:extLst>
          </p:cNvPr>
          <p:cNvSpPr txBox="1"/>
          <p:nvPr/>
        </p:nvSpPr>
        <p:spPr>
          <a:xfrm>
            <a:off x="4590284" y="3458339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No se conoce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26442377-CA03-480E-8371-F34FE23D6AA1}"/>
              </a:ext>
            </a:extLst>
          </p:cNvPr>
          <p:cNvSpPr txBox="1"/>
          <p:nvPr/>
        </p:nvSpPr>
        <p:spPr>
          <a:xfrm>
            <a:off x="4590284" y="3897251"/>
            <a:ext cx="3154679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El valor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realidad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capturado</a:t>
            </a:r>
            <a:r>
              <a:rPr dirty="0"/>
              <a:t> o no </a:t>
            </a:r>
            <a:r>
              <a:rPr dirty="0" err="1"/>
              <a:t>está</a:t>
            </a:r>
            <a:r>
              <a:rPr dirty="0"/>
              <a:t> disponible.</a:t>
            </a:r>
          </a:p>
        </p:txBody>
      </p:sp>
      <p:sp>
        <p:nvSpPr>
          <p:cNvPr id="39" name="Rounded Rectangle 16">
            <a:extLst>
              <a:ext uri="{FF2B5EF4-FFF2-40B4-BE49-F238E27FC236}">
                <a16:creationId xmlns:a16="http://schemas.microsoft.com/office/drawing/2014/main" id="{E88C98C7-CE76-4E81-A809-812C10C04BFD}"/>
              </a:ext>
            </a:extLst>
          </p:cNvPr>
          <p:cNvSpPr/>
          <p:nvPr/>
        </p:nvSpPr>
        <p:spPr>
          <a:xfrm>
            <a:off x="8110724" y="3330323"/>
            <a:ext cx="3474720" cy="20116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17">
            <a:extLst>
              <a:ext uri="{FF2B5EF4-FFF2-40B4-BE49-F238E27FC236}">
                <a16:creationId xmlns:a16="http://schemas.microsoft.com/office/drawing/2014/main" id="{C075660A-E99D-45C4-BC1F-67C13916C94D}"/>
              </a:ext>
            </a:extLst>
          </p:cNvPr>
          <p:cNvSpPr/>
          <p:nvPr/>
        </p:nvSpPr>
        <p:spPr>
          <a:xfrm>
            <a:off x="8110724" y="3330323"/>
            <a:ext cx="73152" cy="2011680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2B86E75F-D8DF-4684-9F8F-6A89A6EAD2E2}"/>
              </a:ext>
            </a:extLst>
          </p:cNvPr>
          <p:cNvSpPr txBox="1"/>
          <p:nvPr/>
        </p:nvSpPr>
        <p:spPr>
          <a:xfrm>
            <a:off x="8293603" y="3458339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Se perdió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7353650A-EFCB-4D5D-8287-50CC2B535944}"/>
              </a:ext>
            </a:extLst>
          </p:cNvPr>
          <p:cNvSpPr txBox="1"/>
          <p:nvPr/>
        </p:nvSpPr>
        <p:spPr>
          <a:xfrm>
            <a:off x="8293603" y="3897251"/>
            <a:ext cx="3154679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pudo</a:t>
            </a:r>
            <a:r>
              <a:rPr dirty="0"/>
              <a:t> </a:t>
            </a:r>
            <a:r>
              <a:rPr dirty="0" err="1"/>
              <a:t>existir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se </a:t>
            </a:r>
            <a:r>
              <a:rPr dirty="0" err="1"/>
              <a:t>omitió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una </a:t>
            </a:r>
            <a:r>
              <a:rPr dirty="0" err="1"/>
              <a:t>transferencia</a:t>
            </a:r>
            <a:r>
              <a:rPr dirty="0"/>
              <a:t> o </a:t>
            </a:r>
            <a:r>
              <a:rPr dirty="0" err="1"/>
              <a:t>integración</a:t>
            </a:r>
            <a:r>
              <a:rPr dirty="0"/>
              <a:t>.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69260829-A4D9-4D3B-B9C6-A1F199514087}"/>
              </a:ext>
            </a:extLst>
          </p:cNvPr>
          <p:cNvSpPr txBox="1"/>
          <p:nvPr/>
        </p:nvSpPr>
        <p:spPr>
          <a:xfrm>
            <a:off x="1493520" y="5534869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53F"/>
                </a:solidFill>
                <a:latin typeface="Aptos"/>
              </a:defRPr>
            </a:pPr>
            <a:r>
              <a:rPr dirty="0" err="1"/>
              <a:t>Opciones</a:t>
            </a:r>
            <a:r>
              <a:rPr dirty="0"/>
              <a:t> de </a:t>
            </a:r>
            <a:r>
              <a:rPr dirty="0" err="1"/>
              <a:t>tratamiento</a:t>
            </a:r>
            <a:endParaRPr dirty="0"/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BEAE55A5-C72E-47CB-93F9-CD13BAA1EEBE}"/>
              </a:ext>
            </a:extLst>
          </p:cNvPr>
          <p:cNvSpPr txBox="1"/>
          <p:nvPr/>
        </p:nvSpPr>
        <p:spPr>
          <a:xfrm>
            <a:off x="1493520" y="5946349"/>
            <a:ext cx="10515600" cy="100584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Investigar</a:t>
            </a:r>
            <a:r>
              <a:rPr dirty="0"/>
              <a:t> y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valor; </a:t>
            </a:r>
            <a:r>
              <a:rPr dirty="0" err="1"/>
              <a:t>mantenerlo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faltante</a:t>
            </a:r>
            <a:r>
              <a:rPr dirty="0"/>
              <a:t>; </a:t>
            </a:r>
            <a:r>
              <a:rPr dirty="0" err="1"/>
              <a:t>marcar</a:t>
            </a:r>
            <a:r>
              <a:rPr dirty="0"/>
              <a:t> “no </a:t>
            </a:r>
            <a:r>
              <a:rPr dirty="0" err="1"/>
              <a:t>aplica</a:t>
            </a:r>
            <a:r>
              <a:rPr dirty="0"/>
              <a:t>”; o </a:t>
            </a:r>
            <a:r>
              <a:rPr dirty="0" err="1"/>
              <a:t>imputar</a:t>
            </a:r>
            <a:r>
              <a:rPr dirty="0"/>
              <a:t> solo </a:t>
            </a:r>
            <a:r>
              <a:rPr dirty="0" err="1"/>
              <a:t>si</a:t>
            </a:r>
            <a:r>
              <a:rPr dirty="0"/>
              <a:t> hay </a:t>
            </a:r>
            <a:r>
              <a:rPr dirty="0" err="1"/>
              <a:t>justificación</a:t>
            </a:r>
            <a:r>
              <a:rPr dirty="0"/>
              <a:t> </a:t>
            </a:r>
            <a:r>
              <a:rPr dirty="0" err="1"/>
              <a:t>metodológica</a:t>
            </a:r>
            <a:r>
              <a:rPr dirty="0"/>
              <a:t>.</a:t>
            </a:r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A0517F0B-86BA-4FC2-9FD1-BD99EF14C0DE}"/>
              </a:ext>
            </a:extLst>
          </p:cNvPr>
          <p:cNvSpPr txBox="1"/>
          <p:nvPr/>
        </p:nvSpPr>
        <p:spPr>
          <a:xfrm>
            <a:off x="1493520" y="6906469"/>
            <a:ext cx="10607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44141"/>
                </a:solidFill>
                <a:latin typeface="Aptos"/>
              </a:defRPr>
            </a:pPr>
            <a:r>
              <a:rPr dirty="0"/>
              <a:t>No </a:t>
            </a:r>
            <a:r>
              <a:rPr dirty="0" err="1"/>
              <a:t>reemplaces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los </a:t>
            </a:r>
            <a:r>
              <a:rPr dirty="0" err="1"/>
              <a:t>vacíos</a:t>
            </a:r>
            <a:r>
              <a:rPr dirty="0"/>
              <a:t> por cero: cero es un valor real y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alterar</a:t>
            </a:r>
            <a:r>
              <a:rPr dirty="0"/>
              <a:t> </a:t>
            </a:r>
            <a:r>
              <a:rPr dirty="0" err="1"/>
              <a:t>promedios</a:t>
            </a:r>
            <a:r>
              <a:rPr dirty="0"/>
              <a:t>, </a:t>
            </a:r>
            <a:r>
              <a:rPr dirty="0" err="1"/>
              <a:t>totales</a:t>
            </a:r>
            <a:r>
              <a:rPr dirty="0"/>
              <a:t> y </a:t>
            </a:r>
            <a:r>
              <a:rPr dirty="0" err="1"/>
              <a:t>decisiones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07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ES" sz="4000" dirty="0"/>
              <a:t>Duplicados: identificar qué se está repitiendo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3"/>
            <a:ext cx="9768596" cy="7657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duplicado aparece cuando dos o más filas representan la misma entidad o evento, según la regla de unicidad definida. La clave es establecer qué debe ser único.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0F59708C-AAD5-49BE-94EB-CF5F8F1DD58E}"/>
              </a:ext>
            </a:extLst>
          </p:cNvPr>
          <p:cNvSpPr/>
          <p:nvPr/>
        </p:nvSpPr>
        <p:spPr>
          <a:xfrm>
            <a:off x="999994" y="3100334"/>
            <a:ext cx="3474720" cy="22402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F9AAC079-4038-4F47-B443-533C09B6FF11}"/>
              </a:ext>
            </a:extLst>
          </p:cNvPr>
          <p:cNvSpPr/>
          <p:nvPr/>
        </p:nvSpPr>
        <p:spPr>
          <a:xfrm>
            <a:off x="999994" y="3100334"/>
            <a:ext cx="73152" cy="22402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7426B392-C7BB-4984-8E2C-25EAA020A850}"/>
              </a:ext>
            </a:extLst>
          </p:cNvPr>
          <p:cNvSpPr txBox="1"/>
          <p:nvPr/>
        </p:nvSpPr>
        <p:spPr>
          <a:xfrm>
            <a:off x="1182874" y="3228350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Duplicado exacto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AD2AA1CE-4FF1-4336-A28E-13E54F3EDE3E}"/>
              </a:ext>
            </a:extLst>
          </p:cNvPr>
          <p:cNvSpPr txBox="1"/>
          <p:nvPr/>
        </p:nvSpPr>
        <p:spPr>
          <a:xfrm>
            <a:off x="1182874" y="3667262"/>
            <a:ext cx="3154679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columnas</a:t>
            </a:r>
            <a:r>
              <a:rPr dirty="0"/>
              <a:t> </a:t>
            </a:r>
            <a:r>
              <a:rPr dirty="0" err="1"/>
              <a:t>coinciden</a:t>
            </a:r>
            <a:r>
              <a:rPr dirty="0"/>
              <a:t>.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deberse</a:t>
            </a:r>
            <a:r>
              <a:rPr dirty="0"/>
              <a:t> a una carga </a:t>
            </a:r>
            <a:r>
              <a:rPr dirty="0" err="1"/>
              <a:t>repetida</a:t>
            </a:r>
            <a:r>
              <a:rPr dirty="0"/>
              <a:t>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05BD9BAE-A3EF-4F6C-BDB3-F95586E23C1B}"/>
              </a:ext>
            </a:extLst>
          </p:cNvPr>
          <p:cNvSpPr/>
          <p:nvPr/>
        </p:nvSpPr>
        <p:spPr>
          <a:xfrm>
            <a:off x="4703314" y="3100334"/>
            <a:ext cx="3474720" cy="22402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CA12DD96-A328-4791-B094-2480CC4EB44C}"/>
              </a:ext>
            </a:extLst>
          </p:cNvPr>
          <p:cNvSpPr/>
          <p:nvPr/>
        </p:nvSpPr>
        <p:spPr>
          <a:xfrm>
            <a:off x="4703314" y="3100334"/>
            <a:ext cx="73152" cy="224028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5FF469CB-5D3F-426A-A047-4FA67C38E1CF}"/>
              </a:ext>
            </a:extLst>
          </p:cNvPr>
          <p:cNvSpPr txBox="1"/>
          <p:nvPr/>
        </p:nvSpPr>
        <p:spPr>
          <a:xfrm>
            <a:off x="4886194" y="3228350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Duplicado parcial</a:t>
            </a: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DBD2E9C0-5B04-4DA1-99DA-86857E3AB7D2}"/>
              </a:ext>
            </a:extLst>
          </p:cNvPr>
          <p:cNvSpPr txBox="1"/>
          <p:nvPr/>
        </p:nvSpPr>
        <p:spPr>
          <a:xfrm>
            <a:off x="4886194" y="3667262"/>
            <a:ext cx="3154679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Coinciden</a:t>
            </a:r>
            <a:r>
              <a:rPr dirty="0"/>
              <a:t> </a:t>
            </a:r>
            <a:r>
              <a:rPr dirty="0" err="1"/>
              <a:t>campos</a:t>
            </a:r>
            <a:r>
              <a:rPr dirty="0"/>
              <a:t> clave,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difieren</a:t>
            </a:r>
            <a:r>
              <a:rPr dirty="0"/>
              <a:t>.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investigar</a:t>
            </a:r>
            <a:r>
              <a:rPr dirty="0"/>
              <a:t> </a:t>
            </a:r>
            <a:r>
              <a:rPr dirty="0" err="1"/>
              <a:t>cuál</a:t>
            </a:r>
            <a:r>
              <a:rPr dirty="0"/>
              <a:t> </a:t>
            </a:r>
            <a:r>
              <a:rPr dirty="0" err="1"/>
              <a:t>registro</a:t>
            </a:r>
            <a:r>
              <a:rPr dirty="0"/>
              <a:t> es </a:t>
            </a:r>
            <a:r>
              <a:rPr dirty="0" err="1"/>
              <a:t>válido</a:t>
            </a:r>
            <a:r>
              <a:rPr dirty="0"/>
              <a:t>.</a:t>
            </a:r>
          </a:p>
        </p:txBody>
      </p:sp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B0A10DA3-0D1C-4FA3-AA8A-C6D4B3F0455D}"/>
              </a:ext>
            </a:extLst>
          </p:cNvPr>
          <p:cNvSpPr/>
          <p:nvPr/>
        </p:nvSpPr>
        <p:spPr>
          <a:xfrm>
            <a:off x="8406634" y="3100334"/>
            <a:ext cx="3474720" cy="22402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B2B0FC44-19B4-4D21-B62A-18E8C5A6FA19}"/>
              </a:ext>
            </a:extLst>
          </p:cNvPr>
          <p:cNvSpPr/>
          <p:nvPr/>
        </p:nvSpPr>
        <p:spPr>
          <a:xfrm>
            <a:off x="8406634" y="3100334"/>
            <a:ext cx="73152" cy="2240280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CA69DD5C-CBF6-4E67-9F4C-23118954C064}"/>
              </a:ext>
            </a:extLst>
          </p:cNvPr>
          <p:cNvSpPr txBox="1"/>
          <p:nvPr/>
        </p:nvSpPr>
        <p:spPr>
          <a:xfrm>
            <a:off x="8589513" y="3228350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Repetición legítima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881D0753-BB55-43B1-A3D7-D43BBB4428DC}"/>
              </a:ext>
            </a:extLst>
          </p:cNvPr>
          <p:cNvSpPr txBox="1"/>
          <p:nvPr/>
        </p:nvSpPr>
        <p:spPr>
          <a:xfrm>
            <a:off x="8589513" y="3667262"/>
            <a:ext cx="3154679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rPr dirty="0"/>
              <a:t>Un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compras</a:t>
            </a:r>
            <a:r>
              <a:rPr dirty="0"/>
              <a:t>. </a:t>
            </a:r>
            <a:r>
              <a:rPr dirty="0" err="1"/>
              <a:t>Repetir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ID no es </a:t>
            </a:r>
            <a:r>
              <a:rPr dirty="0" err="1"/>
              <a:t>necesariamente</a:t>
            </a:r>
            <a:r>
              <a:rPr dirty="0"/>
              <a:t> un error.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640FB9A0-EF11-4657-BD6A-E593E97DB14F}"/>
              </a:ext>
            </a:extLst>
          </p:cNvPr>
          <p:cNvSpPr txBox="1"/>
          <p:nvPr/>
        </p:nvSpPr>
        <p:spPr>
          <a:xfrm>
            <a:off x="1073146" y="5740406"/>
            <a:ext cx="10424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: </a:t>
            </a:r>
            <a:r>
              <a:rPr dirty="0" err="1"/>
              <a:t>contar</a:t>
            </a:r>
            <a:r>
              <a:rPr dirty="0"/>
              <a:t> </a:t>
            </a:r>
            <a:r>
              <a:rPr dirty="0" err="1"/>
              <a:t>filas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fueran</a:t>
            </a:r>
            <a:r>
              <a:rPr dirty="0"/>
              <a:t> </a:t>
            </a:r>
            <a:r>
              <a:rPr dirty="0" err="1"/>
              <a:t>pedidos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inflar</a:t>
            </a:r>
            <a:r>
              <a:rPr dirty="0"/>
              <a:t> las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un </a:t>
            </a:r>
            <a:r>
              <a:rPr dirty="0" err="1"/>
              <a:t>pedido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</a:t>
            </a:r>
            <a:r>
              <a:rPr dirty="0" err="1"/>
              <a:t>repetido</a:t>
            </a:r>
            <a:r>
              <a:rPr dirty="0"/>
              <a:t>. Antes de </a:t>
            </a:r>
            <a:r>
              <a:rPr dirty="0" err="1"/>
              <a:t>eliminar</a:t>
            </a:r>
            <a:r>
              <a:rPr dirty="0"/>
              <a:t>, define la </a:t>
            </a:r>
            <a:r>
              <a:rPr dirty="0" err="1"/>
              <a:t>entidad</a:t>
            </a:r>
            <a:r>
              <a:rPr dirty="0"/>
              <a:t> y la clave.</a:t>
            </a:r>
          </a:p>
        </p:txBody>
      </p:sp>
    </p:spTree>
    <p:extLst>
      <p:ext uri="{BB962C8B-B14F-4D97-AF65-F5344CB8AC3E}">
        <p14:creationId xmlns:p14="http://schemas.microsoft.com/office/powerpoint/2010/main" val="373648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2" grpId="0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ES" sz="4000" dirty="0"/>
              <a:t>Tipos de datos, formatos y estandarización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3"/>
            <a:ext cx="9768596" cy="7657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limpieza exige distinguir el valor almacenado de su tipo y su significado. Un campo numérico puede representar una cantidad, un código o una categoría.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F8FC4C3-DCA6-4933-876A-6F636C38E90C}"/>
              </a:ext>
            </a:extLst>
          </p:cNvPr>
          <p:cNvSpPr/>
          <p:nvPr/>
        </p:nvSpPr>
        <p:spPr>
          <a:xfrm>
            <a:off x="841246" y="3115716"/>
            <a:ext cx="3474720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F5E94763-FA4F-48A4-9CA3-40880934981C}"/>
              </a:ext>
            </a:extLst>
          </p:cNvPr>
          <p:cNvSpPr/>
          <p:nvPr/>
        </p:nvSpPr>
        <p:spPr>
          <a:xfrm>
            <a:off x="841246" y="3115716"/>
            <a:ext cx="73152" cy="2148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E2D0C03-108C-44FC-87D7-A0BF923EE1B2}"/>
              </a:ext>
            </a:extLst>
          </p:cNvPr>
          <p:cNvSpPr txBox="1"/>
          <p:nvPr/>
        </p:nvSpPr>
        <p:spPr>
          <a:xfrm>
            <a:off x="1024126" y="3243732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Tipo incorrecto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D7E4D338-7937-4577-8E1C-853F6E2032BD}"/>
              </a:ext>
            </a:extLst>
          </p:cNvPr>
          <p:cNvSpPr txBox="1"/>
          <p:nvPr/>
        </p:nvSpPr>
        <p:spPr>
          <a:xfrm>
            <a:off x="1024126" y="3682644"/>
            <a:ext cx="315467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fecha</a:t>
            </a:r>
            <a:r>
              <a:rPr dirty="0"/>
              <a:t> '17/10/2026' se </a:t>
            </a:r>
            <a:r>
              <a:rPr dirty="0" err="1"/>
              <a:t>almacena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y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ordenarse</a:t>
            </a:r>
            <a:r>
              <a:rPr dirty="0"/>
              <a:t> </a:t>
            </a:r>
            <a:r>
              <a:rPr dirty="0" err="1"/>
              <a:t>cronológicamente</a:t>
            </a:r>
            <a:r>
              <a:rPr dirty="0"/>
              <a:t> con seguridad.</a:t>
            </a:r>
          </a:p>
        </p:txBody>
      </p:sp>
      <p:sp>
        <p:nvSpPr>
          <p:cNvPr id="35" name="Rounded Rectangle 12">
            <a:extLst>
              <a:ext uri="{FF2B5EF4-FFF2-40B4-BE49-F238E27FC236}">
                <a16:creationId xmlns:a16="http://schemas.microsoft.com/office/drawing/2014/main" id="{D264F225-C5FD-400A-BE7D-BEE1AFC43F7E}"/>
              </a:ext>
            </a:extLst>
          </p:cNvPr>
          <p:cNvSpPr/>
          <p:nvPr/>
        </p:nvSpPr>
        <p:spPr>
          <a:xfrm>
            <a:off x="4544566" y="3115716"/>
            <a:ext cx="3474720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178F841F-F3AF-4867-B8E6-871DEE13C6CF}"/>
              </a:ext>
            </a:extLst>
          </p:cNvPr>
          <p:cNvSpPr/>
          <p:nvPr/>
        </p:nvSpPr>
        <p:spPr>
          <a:xfrm>
            <a:off x="4544566" y="3115716"/>
            <a:ext cx="73152" cy="214884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ABB70212-326B-44E7-9E93-93657D54DCE4}"/>
              </a:ext>
            </a:extLst>
          </p:cNvPr>
          <p:cNvSpPr txBox="1"/>
          <p:nvPr/>
        </p:nvSpPr>
        <p:spPr>
          <a:xfrm>
            <a:off x="4727446" y="3243732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Formato inconsistente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8329F86F-0DAA-4A03-9CAB-BBB49FE234E6}"/>
              </a:ext>
            </a:extLst>
          </p:cNvPr>
          <p:cNvSpPr txBox="1"/>
          <p:nvPr/>
        </p:nvSpPr>
        <p:spPr>
          <a:xfrm>
            <a:off x="4727446" y="3682644"/>
            <a:ext cx="315467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'</a:t>
            </a:r>
            <a:r>
              <a:rPr dirty="0" err="1"/>
              <a:t>Popayán</a:t>
            </a:r>
            <a:r>
              <a:rPr dirty="0"/>
              <a:t>', 'POPAYAN' y 'Popayan '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fragmentar</a:t>
            </a:r>
            <a:r>
              <a:rPr dirty="0"/>
              <a:t> una </a:t>
            </a:r>
            <a:r>
              <a:rPr dirty="0" err="1"/>
              <a:t>agrupación</a:t>
            </a:r>
            <a:r>
              <a:rPr dirty="0"/>
              <a:t> por ciudad.</a:t>
            </a:r>
          </a:p>
        </p:txBody>
      </p:sp>
      <p:sp>
        <p:nvSpPr>
          <p:cNvPr id="39" name="Rounded Rectangle 16">
            <a:extLst>
              <a:ext uri="{FF2B5EF4-FFF2-40B4-BE49-F238E27FC236}">
                <a16:creationId xmlns:a16="http://schemas.microsoft.com/office/drawing/2014/main" id="{28284D59-BCE8-4359-8BA9-7132E52AAD70}"/>
              </a:ext>
            </a:extLst>
          </p:cNvPr>
          <p:cNvSpPr/>
          <p:nvPr/>
        </p:nvSpPr>
        <p:spPr>
          <a:xfrm>
            <a:off x="8247886" y="3115716"/>
            <a:ext cx="3474720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17">
            <a:extLst>
              <a:ext uri="{FF2B5EF4-FFF2-40B4-BE49-F238E27FC236}">
                <a16:creationId xmlns:a16="http://schemas.microsoft.com/office/drawing/2014/main" id="{8679E277-07F1-4C64-8BC5-60D92D58869E}"/>
              </a:ext>
            </a:extLst>
          </p:cNvPr>
          <p:cNvSpPr/>
          <p:nvPr/>
        </p:nvSpPr>
        <p:spPr>
          <a:xfrm>
            <a:off x="8247886" y="3115716"/>
            <a:ext cx="73152" cy="2148840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9F4E414C-D852-4549-8C7E-82EAA70F4031}"/>
              </a:ext>
            </a:extLst>
          </p:cNvPr>
          <p:cNvSpPr txBox="1"/>
          <p:nvPr/>
        </p:nvSpPr>
        <p:spPr>
          <a:xfrm>
            <a:off x="8430765" y="3243732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Unidad inconsistente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E27E801E-43B6-4F4B-AC50-29CD609336FF}"/>
              </a:ext>
            </a:extLst>
          </p:cNvPr>
          <p:cNvSpPr txBox="1"/>
          <p:nvPr/>
        </p:nvSpPr>
        <p:spPr>
          <a:xfrm>
            <a:off x="8430765" y="3682644"/>
            <a:ext cx="315467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Unas</a:t>
            </a:r>
            <a:r>
              <a:rPr dirty="0"/>
              <a:t>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pesos y </a:t>
            </a:r>
            <a:r>
              <a:rPr dirty="0" err="1"/>
              <a:t>otras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miles de pesos; </a:t>
            </a:r>
            <a:r>
              <a:rPr dirty="0" err="1"/>
              <a:t>sumarlas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produce un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incorrecto</a:t>
            </a:r>
            <a:r>
              <a:rPr dirty="0"/>
              <a:t>.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E8110BDC-C24D-4540-99AB-76CB8014957A}"/>
              </a:ext>
            </a:extLst>
          </p:cNvPr>
          <p:cNvSpPr txBox="1"/>
          <p:nvPr/>
        </p:nvSpPr>
        <p:spPr>
          <a:xfrm>
            <a:off x="914398" y="5740406"/>
            <a:ext cx="10515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Estandarizar</a:t>
            </a:r>
            <a:r>
              <a:rPr dirty="0"/>
              <a:t>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una </a:t>
            </a:r>
            <a:r>
              <a:rPr dirty="0" err="1"/>
              <a:t>representación</a:t>
            </a:r>
            <a:r>
              <a:rPr dirty="0"/>
              <a:t> </a:t>
            </a:r>
            <a:r>
              <a:rPr dirty="0" err="1"/>
              <a:t>común</a:t>
            </a:r>
            <a:r>
              <a:rPr dirty="0"/>
              <a:t> sin </a:t>
            </a:r>
            <a:r>
              <a:rPr dirty="0" err="1"/>
              <a:t>cambiar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significado</a:t>
            </a:r>
            <a:r>
              <a:rPr dirty="0"/>
              <a:t>: </a:t>
            </a:r>
            <a:r>
              <a:rPr dirty="0" err="1"/>
              <a:t>normalizar</a:t>
            </a:r>
            <a:r>
              <a:rPr dirty="0"/>
              <a:t> </a:t>
            </a:r>
            <a:r>
              <a:rPr dirty="0" err="1"/>
              <a:t>espacios</a:t>
            </a:r>
            <a:r>
              <a:rPr dirty="0"/>
              <a:t> y </a:t>
            </a:r>
            <a:r>
              <a:rPr dirty="0" err="1"/>
              <a:t>mayúsculas</a:t>
            </a:r>
            <a:r>
              <a:rPr dirty="0"/>
              <a:t>, </a:t>
            </a:r>
            <a:r>
              <a:rPr dirty="0" err="1"/>
              <a:t>unificar</a:t>
            </a:r>
            <a:r>
              <a:rPr dirty="0"/>
              <a:t> </a:t>
            </a:r>
            <a:r>
              <a:rPr dirty="0" err="1"/>
              <a:t>catálogos</a:t>
            </a:r>
            <a:r>
              <a:rPr dirty="0"/>
              <a:t> y </a:t>
            </a:r>
            <a:r>
              <a:rPr dirty="0" err="1"/>
              <a:t>convertir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con </a:t>
            </a:r>
            <a:r>
              <a:rPr dirty="0" err="1"/>
              <a:t>reglas</a:t>
            </a:r>
            <a:r>
              <a:rPr dirty="0"/>
              <a:t> </a:t>
            </a:r>
            <a:r>
              <a:rPr dirty="0" err="1"/>
              <a:t>verificables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03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4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419E-8ECE-447E-B9CD-50786F792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6" y="3013851"/>
            <a:ext cx="10585450" cy="1470914"/>
          </a:xfrm>
        </p:spPr>
        <p:txBody>
          <a:bodyPr>
            <a:normAutofit/>
          </a:bodyPr>
          <a:lstStyle/>
          <a:p>
            <a:r>
              <a:rPr lang="es-CO" sz="8335" b="1" dirty="0">
                <a:solidFill>
                  <a:schemeClr val="bg1"/>
                </a:solidFill>
                <a:latin typeface="+mn-lt"/>
                <a:cs typeface="Aharoni" panose="020B0604020202020204" pitchFamily="2" charset="-79"/>
              </a:rPr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ES" sz="4000" dirty="0"/>
              <a:t>Valores atípicos: investigar antes de corregir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BAF41AC-2E13-0548-859B-D649B9363A3F}"/>
              </a:ext>
            </a:extLst>
          </p:cNvPr>
          <p:cNvSpPr txBox="1">
            <a:spLocks/>
          </p:cNvSpPr>
          <p:nvPr/>
        </p:nvSpPr>
        <p:spPr>
          <a:xfrm>
            <a:off x="1816848" y="2248053"/>
            <a:ext cx="9768596" cy="7657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s-E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valor atípico es una observación que se distancia de manera notable del patrón general. Puede ser un error, un evento excepcional o una señal importante del negocio.</a:t>
            </a:r>
          </a:p>
          <a:p>
            <a:pPr algn="l">
              <a:lnSpc>
                <a:spcPct val="120000"/>
              </a:lnSpc>
            </a:pPr>
            <a:endParaRPr lang="es-ES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s-CO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E8110BDC-C24D-4540-99AB-76CB8014957A}"/>
              </a:ext>
            </a:extLst>
          </p:cNvPr>
          <p:cNvSpPr txBox="1"/>
          <p:nvPr/>
        </p:nvSpPr>
        <p:spPr>
          <a:xfrm>
            <a:off x="914398" y="5740406"/>
            <a:ext cx="1051560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53F"/>
                </a:solidFill>
                <a:latin typeface="Aptos"/>
              </a:defRPr>
            </a:pPr>
            <a:r>
              <a:rPr lang="es-ES" dirty="0"/>
              <a:t>Procedimiento: detectar → contrastar con reglas y fuente → consultar contexto → documentar decisión. No elimines un valor solo porque es grande o pequeño.</a:t>
            </a: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A51F38C9-2E84-4B5A-AA2E-C6A8A59C7D42}"/>
              </a:ext>
            </a:extLst>
          </p:cNvPr>
          <p:cNvSpPr/>
          <p:nvPr/>
        </p:nvSpPr>
        <p:spPr>
          <a:xfrm>
            <a:off x="914398" y="3009918"/>
            <a:ext cx="3474720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2F0147A4-585D-41CC-BDAB-81C884E3F498}"/>
              </a:ext>
            </a:extLst>
          </p:cNvPr>
          <p:cNvSpPr/>
          <p:nvPr/>
        </p:nvSpPr>
        <p:spPr>
          <a:xfrm>
            <a:off x="914398" y="3009918"/>
            <a:ext cx="73152" cy="2148840"/>
          </a:xfrm>
          <a:prstGeom prst="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FAC0138F-965F-4F94-8EE8-3760E941FFDA}"/>
              </a:ext>
            </a:extLst>
          </p:cNvPr>
          <p:cNvSpPr txBox="1"/>
          <p:nvPr/>
        </p:nvSpPr>
        <p:spPr>
          <a:xfrm>
            <a:off x="1097278" y="3137934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Posible error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5984FA4B-EC3D-40AA-9198-D642CED3A7BE}"/>
              </a:ext>
            </a:extLst>
          </p:cNvPr>
          <p:cNvSpPr txBox="1"/>
          <p:nvPr/>
        </p:nvSpPr>
        <p:spPr>
          <a:xfrm>
            <a:off x="1097278" y="3576846"/>
            <a:ext cx="315467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Una </a:t>
            </a:r>
            <a:r>
              <a:rPr dirty="0" err="1"/>
              <a:t>venta</a:t>
            </a:r>
            <a:r>
              <a:rPr dirty="0"/>
              <a:t> de $900.000.000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habituales</a:t>
            </a:r>
            <a:r>
              <a:rPr dirty="0"/>
              <a:t> de miles de pesos.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A6370AAF-F1EA-4B42-BBE8-2B0B4498AB5A}"/>
              </a:ext>
            </a:extLst>
          </p:cNvPr>
          <p:cNvSpPr/>
          <p:nvPr/>
        </p:nvSpPr>
        <p:spPr>
          <a:xfrm>
            <a:off x="4617718" y="3009918"/>
            <a:ext cx="3474720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14B1AB73-7E69-4AB2-909E-3EBAF9704947}"/>
              </a:ext>
            </a:extLst>
          </p:cNvPr>
          <p:cNvSpPr/>
          <p:nvPr/>
        </p:nvSpPr>
        <p:spPr>
          <a:xfrm>
            <a:off x="4617718" y="3009918"/>
            <a:ext cx="73152" cy="2148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A2D5DCD0-4BA6-42F8-B5DC-857F8F4F40EF}"/>
              </a:ext>
            </a:extLst>
          </p:cNvPr>
          <p:cNvSpPr txBox="1"/>
          <p:nvPr/>
        </p:nvSpPr>
        <p:spPr>
          <a:xfrm>
            <a:off x="4800598" y="3137934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Evento legítimo</a:t>
            </a: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FB638C46-B110-40F7-9F5F-B37FBB30AEF6}"/>
              </a:ext>
            </a:extLst>
          </p:cNvPr>
          <p:cNvSpPr txBox="1"/>
          <p:nvPr/>
        </p:nvSpPr>
        <p:spPr>
          <a:xfrm>
            <a:off x="4800598" y="3576846"/>
            <a:ext cx="315467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Una </a:t>
            </a:r>
            <a:r>
              <a:rPr dirty="0" err="1"/>
              <a:t>compra</a:t>
            </a:r>
            <a:r>
              <a:rPr dirty="0"/>
              <a:t> </a:t>
            </a:r>
            <a:r>
              <a:rPr dirty="0" err="1"/>
              <a:t>corporativa</a:t>
            </a:r>
            <a:r>
              <a:rPr dirty="0"/>
              <a:t> </a:t>
            </a:r>
            <a:r>
              <a:rPr dirty="0" err="1"/>
              <a:t>extraordinaria</a:t>
            </a:r>
            <a:r>
              <a:rPr dirty="0"/>
              <a:t> que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ampliamente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promedio</a:t>
            </a:r>
            <a:r>
              <a:rPr dirty="0"/>
              <a:t>.</a:t>
            </a:r>
          </a:p>
        </p:txBody>
      </p:sp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A77C333E-9B1A-4F6E-8139-D46E6E28009A}"/>
              </a:ext>
            </a:extLst>
          </p:cNvPr>
          <p:cNvSpPr/>
          <p:nvPr/>
        </p:nvSpPr>
        <p:spPr>
          <a:xfrm>
            <a:off x="8321038" y="3009918"/>
            <a:ext cx="3474720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2C842B3B-1403-41A0-AA07-5234A9206CCA}"/>
              </a:ext>
            </a:extLst>
          </p:cNvPr>
          <p:cNvSpPr/>
          <p:nvPr/>
        </p:nvSpPr>
        <p:spPr>
          <a:xfrm>
            <a:off x="8321038" y="3009918"/>
            <a:ext cx="73152" cy="2148840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C195E2A4-6DD2-4CD5-B834-73530FC2C6E8}"/>
              </a:ext>
            </a:extLst>
          </p:cNvPr>
          <p:cNvSpPr txBox="1"/>
          <p:nvPr/>
        </p:nvSpPr>
        <p:spPr>
          <a:xfrm>
            <a:off x="8503917" y="3137934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Señal de negocio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00E97C7B-96F6-4127-B1E1-D01426CC868A}"/>
              </a:ext>
            </a:extLst>
          </p:cNvPr>
          <p:cNvSpPr txBox="1"/>
          <p:nvPr/>
        </p:nvSpPr>
        <p:spPr>
          <a:xfrm>
            <a:off x="8503917" y="3576846"/>
            <a:ext cx="315467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rPr dirty="0"/>
              <a:t>Un </a:t>
            </a:r>
            <a:r>
              <a:rPr dirty="0" err="1"/>
              <a:t>pico</a:t>
            </a:r>
            <a:r>
              <a:rPr dirty="0"/>
              <a:t> de </a:t>
            </a:r>
            <a:r>
              <a:rPr dirty="0" err="1"/>
              <a:t>pedidos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una </a:t>
            </a:r>
            <a:r>
              <a:rPr dirty="0" err="1"/>
              <a:t>campaña</a:t>
            </a:r>
            <a:r>
              <a:rPr dirty="0"/>
              <a:t> </a:t>
            </a:r>
            <a:r>
              <a:rPr dirty="0" err="1"/>
              <a:t>promocional</a:t>
            </a:r>
            <a:r>
              <a:rPr dirty="0"/>
              <a:t> </a:t>
            </a:r>
            <a:r>
              <a:rPr dirty="0" err="1"/>
              <a:t>exitosa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458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24" grpId="0"/>
      <p:bldP spid="28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ES" sz="4000" dirty="0"/>
              <a:t>Limpieza y transformación: relacionadas, pero distintas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E8110BDC-C24D-4540-99AB-76CB8014957A}"/>
              </a:ext>
            </a:extLst>
          </p:cNvPr>
          <p:cNvSpPr txBox="1"/>
          <p:nvPr/>
        </p:nvSpPr>
        <p:spPr>
          <a:xfrm>
            <a:off x="838200" y="5750680"/>
            <a:ext cx="1051560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53F"/>
                </a:solidFill>
                <a:latin typeface="Aptos"/>
              </a:defRPr>
            </a:pPr>
            <a:r>
              <a:rPr lang="es-ES" dirty="0"/>
              <a:t>Ejemplo: corregir una fecha imposible es limpieza; convertir una fecha válida a tipo fecha para calcular meses es transformación. En la práctica, ambas pueden ocurrir en el mismo flujo ETL.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64D5FC44-8AF2-4DF4-B5DC-045BC3F8EDF3}"/>
              </a:ext>
            </a:extLst>
          </p:cNvPr>
          <p:cNvSpPr/>
          <p:nvPr/>
        </p:nvSpPr>
        <p:spPr>
          <a:xfrm>
            <a:off x="821930" y="2173745"/>
            <a:ext cx="5212080" cy="30632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ACFCFB67-82AF-4484-AB8F-D8D74BFD4E68}"/>
              </a:ext>
            </a:extLst>
          </p:cNvPr>
          <p:cNvSpPr/>
          <p:nvPr/>
        </p:nvSpPr>
        <p:spPr>
          <a:xfrm>
            <a:off x="821930" y="2173745"/>
            <a:ext cx="73152" cy="30632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0F4E76B1-BC10-42C4-AE2B-32C916D18640}"/>
              </a:ext>
            </a:extLst>
          </p:cNvPr>
          <p:cNvSpPr txBox="1"/>
          <p:nvPr/>
        </p:nvSpPr>
        <p:spPr>
          <a:xfrm>
            <a:off x="1004810" y="2301761"/>
            <a:ext cx="4892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Limpieza de datos</a:t>
            </a: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138E1F5B-1B96-405E-A055-B890CF20095D}"/>
              </a:ext>
            </a:extLst>
          </p:cNvPr>
          <p:cNvSpPr txBox="1"/>
          <p:nvPr/>
        </p:nvSpPr>
        <p:spPr>
          <a:xfrm>
            <a:off x="1004810" y="2740673"/>
            <a:ext cx="4892040" cy="2404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Busca corregir o tratar problemas de calidad: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Duplicados confirmados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Valores inválidos o mal formados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Inconsistencias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Faltantes según reglas definidas</a:t>
            </a: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B2710A8F-AF52-4810-8276-50C9C2984FDD}"/>
              </a:ext>
            </a:extLst>
          </p:cNvPr>
          <p:cNvSpPr/>
          <p:nvPr/>
        </p:nvSpPr>
        <p:spPr>
          <a:xfrm>
            <a:off x="6399770" y="2173745"/>
            <a:ext cx="5212080" cy="306324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638302FB-3EBC-4DFC-B7CA-4843F643609E}"/>
              </a:ext>
            </a:extLst>
          </p:cNvPr>
          <p:cNvSpPr/>
          <p:nvPr/>
        </p:nvSpPr>
        <p:spPr>
          <a:xfrm>
            <a:off x="6399770" y="2173745"/>
            <a:ext cx="73152" cy="306324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AF2EAA38-07EF-4293-A78E-C3F5400B84B8}"/>
              </a:ext>
            </a:extLst>
          </p:cNvPr>
          <p:cNvSpPr txBox="1"/>
          <p:nvPr/>
        </p:nvSpPr>
        <p:spPr>
          <a:xfrm>
            <a:off x="6582650" y="2301761"/>
            <a:ext cx="4892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rPr dirty="0" err="1"/>
              <a:t>Transformación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373328F1-9C73-49EF-88B5-A0DEF6BDD71A}"/>
              </a:ext>
            </a:extLst>
          </p:cNvPr>
          <p:cNvSpPr txBox="1"/>
          <p:nvPr/>
        </p:nvSpPr>
        <p:spPr>
          <a:xfrm>
            <a:off x="6582650" y="2740673"/>
            <a:ext cx="4892040" cy="2404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Adapta los datos a una estructura útil para análisis: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Cambiar tipos de datos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Crear columnas derivadas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Unificar tablas y campos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Agrupar o resumir información</a:t>
            </a:r>
          </a:p>
        </p:txBody>
      </p:sp>
    </p:spTree>
    <p:extLst>
      <p:ext uri="{BB962C8B-B14F-4D97-AF65-F5344CB8AC3E}">
        <p14:creationId xmlns:p14="http://schemas.microsoft.com/office/powerpoint/2010/main" val="403814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ES" sz="4000" dirty="0"/>
              <a:t>Proceso recomendado para limpiar datos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8FAD0B64-A8AE-4DAE-AA8A-DC75EB86A7B7}"/>
              </a:ext>
            </a:extLst>
          </p:cNvPr>
          <p:cNvSpPr/>
          <p:nvPr/>
        </p:nvSpPr>
        <p:spPr>
          <a:xfrm>
            <a:off x="1732737" y="2064592"/>
            <a:ext cx="438912" cy="43891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D4793E26-13AF-4D38-9BFF-DE4898676C69}"/>
              </a:ext>
            </a:extLst>
          </p:cNvPr>
          <p:cNvSpPr txBox="1"/>
          <p:nvPr/>
        </p:nvSpPr>
        <p:spPr>
          <a:xfrm>
            <a:off x="1732737" y="2128600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836EA636-1A13-43FD-8860-0ADDDF0249E6}"/>
              </a:ext>
            </a:extLst>
          </p:cNvPr>
          <p:cNvSpPr txBox="1"/>
          <p:nvPr/>
        </p:nvSpPr>
        <p:spPr>
          <a:xfrm>
            <a:off x="2372817" y="2064592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E8E0FD10-80CF-4811-B410-F41CDA235C51}"/>
              </a:ext>
            </a:extLst>
          </p:cNvPr>
          <p:cNvSpPr txBox="1"/>
          <p:nvPr/>
        </p:nvSpPr>
        <p:spPr>
          <a:xfrm>
            <a:off x="3973017" y="2082880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, </a:t>
            </a:r>
            <a:r>
              <a:rPr dirty="0" err="1"/>
              <a:t>unidad</a:t>
            </a:r>
            <a:r>
              <a:rPr dirty="0"/>
              <a:t> de </a:t>
            </a:r>
            <a:r>
              <a:rPr dirty="0" err="1"/>
              <a:t>análisis</a:t>
            </a:r>
            <a:r>
              <a:rPr dirty="0"/>
              <a:t> y </a:t>
            </a:r>
            <a:r>
              <a:rPr dirty="0" err="1"/>
              <a:t>reglas</a:t>
            </a:r>
            <a:r>
              <a:rPr dirty="0"/>
              <a:t>.</a:t>
            </a:r>
          </a:p>
        </p:txBody>
      </p:sp>
      <p:sp>
        <p:nvSpPr>
          <p:cNvPr id="16" name="Oval 11">
            <a:extLst>
              <a:ext uri="{FF2B5EF4-FFF2-40B4-BE49-F238E27FC236}">
                <a16:creationId xmlns:a16="http://schemas.microsoft.com/office/drawing/2014/main" id="{E5628313-A519-4390-BB78-E7E5B78CB120}"/>
              </a:ext>
            </a:extLst>
          </p:cNvPr>
          <p:cNvSpPr/>
          <p:nvPr/>
        </p:nvSpPr>
        <p:spPr>
          <a:xfrm>
            <a:off x="1732737" y="2722960"/>
            <a:ext cx="438912" cy="43891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95F7FED-8678-461C-AEBA-5BFE035044A9}"/>
              </a:ext>
            </a:extLst>
          </p:cNvPr>
          <p:cNvSpPr txBox="1"/>
          <p:nvPr/>
        </p:nvSpPr>
        <p:spPr>
          <a:xfrm>
            <a:off x="1732737" y="278696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C9D2BBEC-74F8-4B4F-A064-8D527F24125F}"/>
              </a:ext>
            </a:extLst>
          </p:cNvPr>
          <p:cNvSpPr txBox="1"/>
          <p:nvPr/>
        </p:nvSpPr>
        <p:spPr>
          <a:xfrm>
            <a:off x="2372817" y="2722960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Perfilar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36C0C576-510F-4FEA-A157-7636A33AF79A}"/>
              </a:ext>
            </a:extLst>
          </p:cNvPr>
          <p:cNvSpPr txBox="1"/>
          <p:nvPr/>
        </p:nvSpPr>
        <p:spPr>
          <a:xfrm>
            <a:off x="3973017" y="2741248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Revisar estructura, tipos, rangos y patrones.</a:t>
            </a:r>
          </a:p>
        </p:txBody>
      </p:sp>
      <p:sp>
        <p:nvSpPr>
          <p:cNvPr id="21" name="Oval 15">
            <a:extLst>
              <a:ext uri="{FF2B5EF4-FFF2-40B4-BE49-F238E27FC236}">
                <a16:creationId xmlns:a16="http://schemas.microsoft.com/office/drawing/2014/main" id="{A7B99E9D-3EBD-4DF0-BDA4-DF3303B8F0B3}"/>
              </a:ext>
            </a:extLst>
          </p:cNvPr>
          <p:cNvSpPr/>
          <p:nvPr/>
        </p:nvSpPr>
        <p:spPr>
          <a:xfrm>
            <a:off x="1732737" y="3381328"/>
            <a:ext cx="438912" cy="43891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036EEAEC-B47E-4BB3-87F2-0C1393F356ED}"/>
              </a:ext>
            </a:extLst>
          </p:cNvPr>
          <p:cNvSpPr txBox="1"/>
          <p:nvPr/>
        </p:nvSpPr>
        <p:spPr>
          <a:xfrm>
            <a:off x="1732737" y="3445336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C913BD79-9147-4CCD-B706-5B9E35EE4912}"/>
              </a:ext>
            </a:extLst>
          </p:cNvPr>
          <p:cNvSpPr txBox="1"/>
          <p:nvPr/>
        </p:nvSpPr>
        <p:spPr>
          <a:xfrm>
            <a:off x="2372817" y="3381328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Detectar</a:t>
            </a: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2089078A-2739-41BA-941A-A23A75799341}"/>
              </a:ext>
            </a:extLst>
          </p:cNvPr>
          <p:cNvSpPr txBox="1"/>
          <p:nvPr/>
        </p:nvSpPr>
        <p:spPr>
          <a:xfrm>
            <a:off x="3973017" y="3399616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Identificar problemas potenciales y cuantificarlos.</a:t>
            </a:r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FA0915EB-3433-4402-93CD-6331C4142A9C}"/>
              </a:ext>
            </a:extLst>
          </p:cNvPr>
          <p:cNvSpPr/>
          <p:nvPr/>
        </p:nvSpPr>
        <p:spPr>
          <a:xfrm>
            <a:off x="1732737" y="4039696"/>
            <a:ext cx="438912" cy="438912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61FF3A31-26CF-49B4-8D83-7572496BE083}"/>
              </a:ext>
            </a:extLst>
          </p:cNvPr>
          <p:cNvSpPr txBox="1"/>
          <p:nvPr/>
        </p:nvSpPr>
        <p:spPr>
          <a:xfrm>
            <a:off x="1732737" y="4103704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144F11C6-D727-4A77-B3C1-A1847C57014B}"/>
              </a:ext>
            </a:extLst>
          </p:cNvPr>
          <p:cNvSpPr txBox="1"/>
          <p:nvPr/>
        </p:nvSpPr>
        <p:spPr>
          <a:xfrm>
            <a:off x="2372817" y="4039696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Decidir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EFF1FC90-353B-4879-9954-4009A2AD4E53}"/>
              </a:ext>
            </a:extLst>
          </p:cNvPr>
          <p:cNvSpPr txBox="1"/>
          <p:nvPr/>
        </p:nvSpPr>
        <p:spPr>
          <a:xfrm>
            <a:off x="3973017" y="4057984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Establecer reglas de tratamiento y justificar excepciones.</a:t>
            </a:r>
          </a:p>
        </p:txBody>
      </p:sp>
      <p:sp>
        <p:nvSpPr>
          <p:cNvPr id="29" name="Oval 23">
            <a:extLst>
              <a:ext uri="{FF2B5EF4-FFF2-40B4-BE49-F238E27FC236}">
                <a16:creationId xmlns:a16="http://schemas.microsoft.com/office/drawing/2014/main" id="{B8A01B11-6841-4EC1-9C3C-E45A5B301088}"/>
              </a:ext>
            </a:extLst>
          </p:cNvPr>
          <p:cNvSpPr/>
          <p:nvPr/>
        </p:nvSpPr>
        <p:spPr>
          <a:xfrm>
            <a:off x="1732737" y="4698063"/>
            <a:ext cx="438912" cy="438912"/>
          </a:xfrm>
          <a:prstGeom prst="ellipse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AEC278A2-47D6-418B-9A3B-7223A42EC411}"/>
              </a:ext>
            </a:extLst>
          </p:cNvPr>
          <p:cNvSpPr txBox="1"/>
          <p:nvPr/>
        </p:nvSpPr>
        <p:spPr>
          <a:xfrm>
            <a:off x="1732737" y="47620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FB8E5638-F9CE-4F45-9090-B4BB795FB4A3}"/>
              </a:ext>
            </a:extLst>
          </p:cNvPr>
          <p:cNvSpPr txBox="1"/>
          <p:nvPr/>
        </p:nvSpPr>
        <p:spPr>
          <a:xfrm>
            <a:off x="2372817" y="4698063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Aplicar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E738429A-05C4-46E6-9A28-FADCC6DA3C28}"/>
              </a:ext>
            </a:extLst>
          </p:cNvPr>
          <p:cNvSpPr txBox="1"/>
          <p:nvPr/>
        </p:nvSpPr>
        <p:spPr>
          <a:xfrm>
            <a:off x="3973017" y="4716351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Corregir, estandarizar, deduplicar o conservar según evidencia.</a:t>
            </a:r>
          </a:p>
        </p:txBody>
      </p:sp>
      <p:sp>
        <p:nvSpPr>
          <p:cNvPr id="40" name="Oval 27">
            <a:extLst>
              <a:ext uri="{FF2B5EF4-FFF2-40B4-BE49-F238E27FC236}">
                <a16:creationId xmlns:a16="http://schemas.microsoft.com/office/drawing/2014/main" id="{759B3C65-C063-4B59-9E2F-BFF39C2F5AA3}"/>
              </a:ext>
            </a:extLst>
          </p:cNvPr>
          <p:cNvSpPr/>
          <p:nvPr/>
        </p:nvSpPr>
        <p:spPr>
          <a:xfrm>
            <a:off x="1732737" y="5356431"/>
            <a:ext cx="438912" cy="438912"/>
          </a:xfrm>
          <a:prstGeom prst="ellipse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28">
            <a:extLst>
              <a:ext uri="{FF2B5EF4-FFF2-40B4-BE49-F238E27FC236}">
                <a16:creationId xmlns:a16="http://schemas.microsoft.com/office/drawing/2014/main" id="{DB18AC8B-4297-4BA9-99B8-FC29677147BB}"/>
              </a:ext>
            </a:extLst>
          </p:cNvPr>
          <p:cNvSpPr txBox="1"/>
          <p:nvPr/>
        </p:nvSpPr>
        <p:spPr>
          <a:xfrm>
            <a:off x="1732737" y="5420440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B3BB64BC-D1FE-4DA3-B418-054F6E261210}"/>
              </a:ext>
            </a:extLst>
          </p:cNvPr>
          <p:cNvSpPr txBox="1"/>
          <p:nvPr/>
        </p:nvSpPr>
        <p:spPr>
          <a:xfrm>
            <a:off x="2372817" y="5356431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Validar</a:t>
            </a:r>
          </a:p>
        </p:txBody>
      </p:sp>
      <p:sp>
        <p:nvSpPr>
          <p:cNvPr id="44" name="TextBox 30">
            <a:extLst>
              <a:ext uri="{FF2B5EF4-FFF2-40B4-BE49-F238E27FC236}">
                <a16:creationId xmlns:a16="http://schemas.microsoft.com/office/drawing/2014/main" id="{528C2122-6C46-4B44-A0B0-08D6133E96FD}"/>
              </a:ext>
            </a:extLst>
          </p:cNvPr>
          <p:cNvSpPr txBox="1"/>
          <p:nvPr/>
        </p:nvSpPr>
        <p:spPr>
          <a:xfrm>
            <a:off x="3973017" y="5374719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Comparar antes y después; comprobar que no se alteró el sentido.</a:t>
            </a:r>
          </a:p>
        </p:txBody>
      </p:sp>
      <p:sp>
        <p:nvSpPr>
          <p:cNvPr id="45" name="Oval 31">
            <a:extLst>
              <a:ext uri="{FF2B5EF4-FFF2-40B4-BE49-F238E27FC236}">
                <a16:creationId xmlns:a16="http://schemas.microsoft.com/office/drawing/2014/main" id="{14FA22F7-FDC3-4B02-8768-40B3DAC4D724}"/>
              </a:ext>
            </a:extLst>
          </p:cNvPr>
          <p:cNvSpPr/>
          <p:nvPr/>
        </p:nvSpPr>
        <p:spPr>
          <a:xfrm>
            <a:off x="1732737" y="6014800"/>
            <a:ext cx="438912" cy="438912"/>
          </a:xfrm>
          <a:prstGeom prst="ellipse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32">
            <a:extLst>
              <a:ext uri="{FF2B5EF4-FFF2-40B4-BE49-F238E27FC236}">
                <a16:creationId xmlns:a16="http://schemas.microsoft.com/office/drawing/2014/main" id="{116C4C5B-09C8-4D59-82A4-AC5992011590}"/>
              </a:ext>
            </a:extLst>
          </p:cNvPr>
          <p:cNvSpPr txBox="1"/>
          <p:nvPr/>
        </p:nvSpPr>
        <p:spPr>
          <a:xfrm>
            <a:off x="1732737" y="607880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TextBox 33">
            <a:extLst>
              <a:ext uri="{FF2B5EF4-FFF2-40B4-BE49-F238E27FC236}">
                <a16:creationId xmlns:a16="http://schemas.microsoft.com/office/drawing/2014/main" id="{E450EEC1-E73D-4425-8B54-20ADBBA0A3A0}"/>
              </a:ext>
            </a:extLst>
          </p:cNvPr>
          <p:cNvSpPr txBox="1"/>
          <p:nvPr/>
        </p:nvSpPr>
        <p:spPr>
          <a:xfrm>
            <a:off x="2372817" y="6014800"/>
            <a:ext cx="1554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Documentar</a:t>
            </a:r>
          </a:p>
        </p:txBody>
      </p:sp>
      <p:sp>
        <p:nvSpPr>
          <p:cNvPr id="48" name="TextBox 34">
            <a:extLst>
              <a:ext uri="{FF2B5EF4-FFF2-40B4-BE49-F238E27FC236}">
                <a16:creationId xmlns:a16="http://schemas.microsoft.com/office/drawing/2014/main" id="{6C7D926A-CE92-4FD5-A685-AFB36A2D22FF}"/>
              </a:ext>
            </a:extLst>
          </p:cNvPr>
          <p:cNvSpPr txBox="1"/>
          <p:nvPr/>
        </p:nvSpPr>
        <p:spPr>
          <a:xfrm>
            <a:off x="3973017" y="6033088"/>
            <a:ext cx="8138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Registrar cambios, criterios, responsables y limitaciones.</a:t>
            </a:r>
          </a:p>
        </p:txBody>
      </p:sp>
      <p:sp>
        <p:nvSpPr>
          <p:cNvPr id="49" name="TextBox 35">
            <a:extLst>
              <a:ext uri="{FF2B5EF4-FFF2-40B4-BE49-F238E27FC236}">
                <a16:creationId xmlns:a16="http://schemas.microsoft.com/office/drawing/2014/main" id="{7E44AA24-C75F-4BE6-BDD0-2CDA67FBF02F}"/>
              </a:ext>
            </a:extLst>
          </p:cNvPr>
          <p:cNvSpPr txBox="1"/>
          <p:nvPr/>
        </p:nvSpPr>
        <p:spPr>
          <a:xfrm>
            <a:off x="1778457" y="6819472"/>
            <a:ext cx="10515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A7D5A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limpieza</a:t>
            </a:r>
            <a:r>
              <a:rPr dirty="0"/>
              <a:t> no es </a:t>
            </a:r>
            <a:r>
              <a:rPr dirty="0" err="1"/>
              <a:t>borrar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lo </a:t>
            </a:r>
            <a:r>
              <a:rPr dirty="0" err="1"/>
              <a:t>extraño</a:t>
            </a:r>
            <a:r>
              <a:rPr dirty="0"/>
              <a:t>: es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reglas</a:t>
            </a:r>
            <a:r>
              <a:rPr dirty="0"/>
              <a:t> </a:t>
            </a:r>
            <a:r>
              <a:rPr dirty="0" err="1"/>
              <a:t>explícitas</a:t>
            </a:r>
            <a:r>
              <a:rPr dirty="0"/>
              <a:t> y </a:t>
            </a:r>
            <a:r>
              <a:rPr dirty="0" err="1"/>
              <a:t>conservar</a:t>
            </a:r>
            <a:r>
              <a:rPr dirty="0"/>
              <a:t> </a:t>
            </a:r>
            <a:r>
              <a:rPr dirty="0" err="1"/>
              <a:t>trazabilidad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967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29" grpId="0" animBg="1"/>
      <p:bldP spid="30" grpId="0"/>
      <p:bldP spid="31" grpId="0"/>
      <p:bldP spid="32" grpId="0"/>
      <p:bldP spid="40" grpId="0" animBg="1"/>
      <p:bldP spid="41" grpId="0"/>
      <p:bldP spid="42" grpId="0"/>
      <p:bldP spid="44" grpId="0"/>
      <p:bldP spid="45" grpId="0" animBg="1"/>
      <p:bldP spid="46" grpId="0"/>
      <p:bldP spid="47" grpId="0"/>
      <p:bldP spid="48" grpId="0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ES" sz="4000" dirty="0"/>
              <a:t>Cómo la mala calidad distorsiona los indicadores</a:t>
            </a:r>
          </a:p>
        </p:txBody>
      </p:sp>
      <p:graphicFrame>
        <p:nvGraphicFramePr>
          <p:cNvPr id="34" name="Table 7">
            <a:extLst>
              <a:ext uri="{FF2B5EF4-FFF2-40B4-BE49-F238E27FC236}">
                <a16:creationId xmlns:a16="http://schemas.microsoft.com/office/drawing/2014/main" id="{DCF2E5F7-C4AB-42F1-A588-95EA4697A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331932"/>
              </p:ext>
            </p:extLst>
          </p:nvPr>
        </p:nvGraphicFramePr>
        <p:xfrm>
          <a:off x="917482" y="1990618"/>
          <a:ext cx="109270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 dirty="0" err="1"/>
                        <a:t>Problema</a:t>
                      </a:r>
                      <a:endParaRPr sz="2400" dirty="0"/>
                    </a:p>
                  </a:txBody>
                  <a:tcPr marL="109728" marR="73152" marT="54864" marB="36576"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/>
                        <a:t>Efecto sobre el cálculo</a:t>
                      </a:r>
                    </a:p>
                  </a:txBody>
                  <a:tcPr marL="109728" marR="73152" marT="54864" marB="36576"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400"/>
                        <a:t>Riesgo de decisión</a:t>
                      </a:r>
                    </a:p>
                  </a:txBody>
                  <a:tcPr marL="109728" marR="73152" marT="54864" marB="36576">
                    <a:solidFill>
                      <a:srgbClr val="14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Pedidos duplicados</a:t>
                      </a:r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Sobrestima número de pedidos e ingresos</a:t>
                      </a:r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 err="1"/>
                        <a:t>Atribuir</a:t>
                      </a:r>
                      <a:r>
                        <a:rPr sz="2000" dirty="0"/>
                        <a:t> </a:t>
                      </a:r>
                      <a:r>
                        <a:rPr sz="2000" dirty="0" err="1"/>
                        <a:t>éxito</a:t>
                      </a:r>
                      <a:r>
                        <a:rPr sz="2000" dirty="0"/>
                        <a:t> a una </a:t>
                      </a:r>
                      <a:r>
                        <a:rPr sz="2000" dirty="0" err="1"/>
                        <a:t>campaña</a:t>
                      </a:r>
                      <a:r>
                        <a:rPr sz="2000" dirty="0"/>
                        <a:t> que no lo </a:t>
                      </a:r>
                      <a:r>
                        <a:rPr sz="2000" dirty="0" err="1"/>
                        <a:t>tuvo</a:t>
                      </a:r>
                      <a:endParaRPr sz="2000" dirty="0"/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Canal vacío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Subestima o distorsiona resultados por canal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Redistribuir mal el presupuesto publicitario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Monedas/unidades mezcladas</a:t>
                      </a:r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Total de ventas incorrecto</a:t>
                      </a:r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 err="1"/>
                        <a:t>Comparar</a:t>
                      </a:r>
                      <a:r>
                        <a:rPr sz="2000" dirty="0"/>
                        <a:t> </a:t>
                      </a:r>
                      <a:r>
                        <a:rPr sz="2000" dirty="0" err="1"/>
                        <a:t>productos</a:t>
                      </a:r>
                      <a:r>
                        <a:rPr sz="2000" dirty="0"/>
                        <a:t> o </a:t>
                      </a:r>
                      <a:r>
                        <a:rPr sz="2000" dirty="0" err="1"/>
                        <a:t>periodos</a:t>
                      </a:r>
                      <a:r>
                        <a:rPr sz="2000" dirty="0"/>
                        <a:t> de forma </a:t>
                      </a:r>
                      <a:r>
                        <a:rPr sz="2000" dirty="0" err="1"/>
                        <a:t>errónea</a:t>
                      </a:r>
                      <a:endParaRPr sz="2000" dirty="0"/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Fechas inconsistentes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Ventas asignadas al periodo equivocado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Tomar decisiones con tendencias falsas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Clientes repetidos</a:t>
                      </a:r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/>
                        <a:t>Sobreestima clientes únicos</a:t>
                      </a:r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rPr sz="2000" dirty="0" err="1"/>
                        <a:t>Calcular</a:t>
                      </a:r>
                      <a:r>
                        <a:rPr sz="2000" dirty="0"/>
                        <a:t> mal </a:t>
                      </a:r>
                      <a:r>
                        <a:rPr sz="2000" dirty="0" err="1"/>
                        <a:t>adquisición</a:t>
                      </a:r>
                      <a:r>
                        <a:rPr sz="2000" dirty="0"/>
                        <a:t> y </a:t>
                      </a:r>
                      <a:r>
                        <a:rPr sz="2000" dirty="0" err="1"/>
                        <a:t>retención</a:t>
                      </a:r>
                      <a:endParaRPr sz="2000" dirty="0"/>
                    </a:p>
                  </a:txBody>
                  <a:tcPr marL="109728" marR="73152" marT="54864" marB="36576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Box 8">
            <a:extLst>
              <a:ext uri="{FF2B5EF4-FFF2-40B4-BE49-F238E27FC236}">
                <a16:creationId xmlns:a16="http://schemas.microsoft.com/office/drawing/2014/main" id="{92464D41-4802-47E9-A1F1-331C694552F3}"/>
              </a:ext>
            </a:extLst>
          </p:cNvPr>
          <p:cNvSpPr txBox="1"/>
          <p:nvPr/>
        </p:nvSpPr>
        <p:spPr>
          <a:xfrm>
            <a:off x="1008922" y="6379738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A7D5A"/>
                </a:solidFill>
                <a:latin typeface="Aptos"/>
              </a:defRPr>
            </a:pPr>
            <a:r>
              <a:rPr dirty="0"/>
              <a:t>Un </a:t>
            </a:r>
            <a:r>
              <a:rPr dirty="0" err="1"/>
              <a:t>indicador</a:t>
            </a:r>
            <a:r>
              <a:rPr dirty="0"/>
              <a:t> </a:t>
            </a:r>
            <a:r>
              <a:rPr dirty="0" err="1"/>
              <a:t>confiable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una </a:t>
            </a:r>
            <a:r>
              <a:rPr dirty="0" err="1"/>
              <a:t>definición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,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adecuados</a:t>
            </a:r>
            <a:r>
              <a:rPr dirty="0"/>
              <a:t> y un </a:t>
            </a:r>
            <a:r>
              <a:rPr dirty="0" err="1"/>
              <a:t>cálculo</a:t>
            </a:r>
            <a:r>
              <a:rPr dirty="0"/>
              <a:t>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205040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CO" sz="4000" dirty="0"/>
              <a:t>Reglas, trazabilidad y responsabilidad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FA55411F-3315-439F-9078-A978BDF3B2FF}"/>
              </a:ext>
            </a:extLst>
          </p:cNvPr>
          <p:cNvSpPr/>
          <p:nvPr/>
        </p:nvSpPr>
        <p:spPr>
          <a:xfrm>
            <a:off x="826042" y="2391310"/>
            <a:ext cx="3474720" cy="242316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18BA781-70DD-4254-88E8-C8A39E6970AD}"/>
              </a:ext>
            </a:extLst>
          </p:cNvPr>
          <p:cNvSpPr/>
          <p:nvPr/>
        </p:nvSpPr>
        <p:spPr>
          <a:xfrm>
            <a:off x="826042" y="2391310"/>
            <a:ext cx="73152" cy="2423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36038BAA-ECBD-4FE7-B1DC-876B6877FC22}"/>
              </a:ext>
            </a:extLst>
          </p:cNvPr>
          <p:cNvSpPr txBox="1"/>
          <p:nvPr/>
        </p:nvSpPr>
        <p:spPr>
          <a:xfrm>
            <a:off x="1008922" y="2519326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Reglas de calidad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1487B81F-360D-454D-B4EE-F3CD6E9DAD26}"/>
              </a:ext>
            </a:extLst>
          </p:cNvPr>
          <p:cNvSpPr txBox="1"/>
          <p:nvPr/>
        </p:nvSpPr>
        <p:spPr>
          <a:xfrm>
            <a:off x="1008922" y="2958238"/>
            <a:ext cx="3154679" cy="1764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Ej.: el identificador del pedido es obligatorio; el valor de venta no puede ser negativo salvo que represente una devolución documentada.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130289E-651A-4750-A8A5-5EF111353C53}"/>
              </a:ext>
            </a:extLst>
          </p:cNvPr>
          <p:cNvSpPr/>
          <p:nvPr/>
        </p:nvSpPr>
        <p:spPr>
          <a:xfrm>
            <a:off x="4529362" y="2391310"/>
            <a:ext cx="3474720" cy="242316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E9C3B37D-67BF-4554-951F-860C72E58AB9}"/>
              </a:ext>
            </a:extLst>
          </p:cNvPr>
          <p:cNvSpPr/>
          <p:nvPr/>
        </p:nvSpPr>
        <p:spPr>
          <a:xfrm>
            <a:off x="4529362" y="2391310"/>
            <a:ext cx="73152" cy="2423160"/>
          </a:xfrm>
          <a:prstGeom prst="rect">
            <a:avLst/>
          </a:prstGeom>
          <a:solidFill>
            <a:srgbClr val="41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AF0E9613-AEA3-4856-8CEF-EC681E383A28}"/>
              </a:ext>
            </a:extLst>
          </p:cNvPr>
          <p:cNvSpPr txBox="1"/>
          <p:nvPr/>
        </p:nvSpPr>
        <p:spPr>
          <a:xfrm>
            <a:off x="4712242" y="2519326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Trazabilidad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0DCF5D20-0247-4196-820C-97054058F581}"/>
              </a:ext>
            </a:extLst>
          </p:cNvPr>
          <p:cNvSpPr txBox="1"/>
          <p:nvPr/>
        </p:nvSpPr>
        <p:spPr>
          <a:xfrm>
            <a:off x="4712242" y="2958238"/>
            <a:ext cx="3154679" cy="1764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Registrar qué se cambió, por qué, cuándo y mediante qué regla. Conservar la base original cuando sea posible.</a:t>
            </a: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B660F29A-D4D9-428F-AB04-0E1FE5617CCD}"/>
              </a:ext>
            </a:extLst>
          </p:cNvPr>
          <p:cNvSpPr/>
          <p:nvPr/>
        </p:nvSpPr>
        <p:spPr>
          <a:xfrm>
            <a:off x="8232682" y="2391310"/>
            <a:ext cx="3474720" cy="242316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3FB5B7A-DB69-42B9-A7AE-CC80F1C8F34D}"/>
              </a:ext>
            </a:extLst>
          </p:cNvPr>
          <p:cNvSpPr/>
          <p:nvPr/>
        </p:nvSpPr>
        <p:spPr>
          <a:xfrm>
            <a:off x="8232682" y="2391310"/>
            <a:ext cx="73152" cy="2423160"/>
          </a:xfrm>
          <a:prstGeom prst="rect">
            <a:avLst/>
          </a:prstGeom>
          <a:solidFill>
            <a:srgbClr val="E1A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31101D92-5753-45C6-BE14-0810C8D54CC9}"/>
              </a:ext>
            </a:extLst>
          </p:cNvPr>
          <p:cNvSpPr txBox="1"/>
          <p:nvPr/>
        </p:nvSpPr>
        <p:spPr>
          <a:xfrm>
            <a:off x="8415561" y="2519326"/>
            <a:ext cx="315467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t>Responsabilidad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2B3828FC-B8F2-4AD8-BA70-57621F85E9D7}"/>
              </a:ext>
            </a:extLst>
          </p:cNvPr>
          <p:cNvSpPr txBox="1"/>
          <p:nvPr/>
        </p:nvSpPr>
        <p:spPr>
          <a:xfrm>
            <a:off x="8415561" y="2958238"/>
            <a:ext cx="3154679" cy="1764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La herramienta puede automatizar controles, pero el área de negocio debe validar significados y excepciones.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BD65B5B-4DDA-40FD-ABF2-39407C50AC3E}"/>
              </a:ext>
            </a:extLst>
          </p:cNvPr>
          <p:cNvSpPr txBox="1"/>
          <p:nvPr/>
        </p:nvSpPr>
        <p:spPr>
          <a:xfrm>
            <a:off x="862618" y="5132125"/>
            <a:ext cx="107716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53F"/>
                </a:solidFill>
                <a:latin typeface="Aptos"/>
              </a:defRPr>
            </a:pPr>
            <a:r>
              <a:rPr lang="es-ES" dirty="0"/>
              <a:t>Una práctica profesional distingue entre dato original, dato transformado y decisión tomada. Esto permite explicar resultados, repetir procesos y auditar cambios.</a:t>
            </a:r>
          </a:p>
        </p:txBody>
      </p:sp>
    </p:spTree>
    <p:extLst>
      <p:ext uri="{BB962C8B-B14F-4D97-AF65-F5344CB8AC3E}">
        <p14:creationId xmlns:p14="http://schemas.microsoft.com/office/powerpoint/2010/main" val="116464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81922DE-B221-4C4B-ACF9-BD70B46F55BF}"/>
              </a:ext>
            </a:extLst>
          </p:cNvPr>
          <p:cNvSpPr txBox="1">
            <a:spLocks/>
          </p:cNvSpPr>
          <p:nvPr/>
        </p:nvSpPr>
        <p:spPr>
          <a:xfrm>
            <a:off x="1030025" y="1062294"/>
            <a:ext cx="10131950" cy="6959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585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4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700"/>
              </a:spcAft>
              <a:defRPr sz="2700" b="1">
                <a:solidFill>
                  <a:srgbClr val="14253F"/>
                </a:solidFill>
                <a:latin typeface="Aptos"/>
              </a:defRPr>
            </a:pPr>
            <a:r>
              <a:rPr lang="es-CO" sz="4000" dirty="0"/>
              <a:t>Conclusiones finales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CCA99290-F03F-4FCE-B151-FB8125B9DA07}"/>
              </a:ext>
            </a:extLst>
          </p:cNvPr>
          <p:cNvSpPr txBox="1"/>
          <p:nvPr/>
        </p:nvSpPr>
        <p:spPr>
          <a:xfrm>
            <a:off x="838200" y="2579114"/>
            <a:ext cx="10515600" cy="233192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rPr dirty="0"/>
              <a:t>•  La </a:t>
            </a:r>
            <a:r>
              <a:rPr dirty="0" err="1"/>
              <a:t>calidad</a:t>
            </a:r>
            <a:r>
              <a:rPr dirty="0"/>
              <a:t> se </a:t>
            </a:r>
            <a:r>
              <a:rPr dirty="0" err="1"/>
              <a:t>evalúa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</a:t>
            </a:r>
            <a:r>
              <a:rPr lang="es-CO" dirty="0"/>
              <a:t>previsto</a:t>
            </a:r>
            <a:r>
              <a:rPr dirty="0"/>
              <a:t>, no por </a:t>
            </a:r>
            <a:r>
              <a:rPr dirty="0" err="1"/>
              <a:t>apariencia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rPr dirty="0"/>
              <a:t>•  Un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faltante</a:t>
            </a:r>
            <a:r>
              <a:rPr dirty="0"/>
              <a:t>, un </a:t>
            </a:r>
            <a:r>
              <a:rPr dirty="0" err="1"/>
              <a:t>duplicado</a:t>
            </a:r>
            <a:r>
              <a:rPr dirty="0"/>
              <a:t> o un valor </a:t>
            </a:r>
            <a:r>
              <a:rPr dirty="0" err="1"/>
              <a:t>extremo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interpretación</a:t>
            </a:r>
            <a:r>
              <a:rPr dirty="0"/>
              <a:t> contextual.</a:t>
            </a:r>
          </a:p>
          <a:p>
            <a:pPr>
              <a:spcAft>
                <a:spcPts val="8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Perfilar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conocer</a:t>
            </a:r>
            <a:r>
              <a:rPr dirty="0"/>
              <a:t> la base antes de </a:t>
            </a:r>
            <a:r>
              <a:rPr dirty="0" err="1"/>
              <a:t>modificarla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Limpiar</a:t>
            </a:r>
            <a:r>
              <a:rPr dirty="0"/>
              <a:t> y </a:t>
            </a:r>
            <a:r>
              <a:rPr dirty="0" err="1"/>
              <a:t>transformar</a:t>
            </a:r>
            <a:r>
              <a:rPr dirty="0"/>
              <a:t> son </a:t>
            </a:r>
            <a:r>
              <a:rPr dirty="0" err="1"/>
              <a:t>actividades</a:t>
            </a:r>
            <a:r>
              <a:rPr dirty="0"/>
              <a:t> </a:t>
            </a:r>
            <a:r>
              <a:rPr dirty="0" err="1"/>
              <a:t>relacionadas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idénticas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tratamiento</a:t>
            </a:r>
            <a:r>
              <a:rPr dirty="0"/>
              <a:t> debe </a:t>
            </a:r>
            <a:r>
              <a:rPr dirty="0" err="1"/>
              <a:t>tener</a:t>
            </a:r>
            <a:r>
              <a:rPr dirty="0"/>
              <a:t> una </a:t>
            </a:r>
            <a:r>
              <a:rPr dirty="0" err="1"/>
              <a:t>regla</a:t>
            </a:r>
            <a:r>
              <a:rPr dirty="0"/>
              <a:t>, </a:t>
            </a:r>
            <a:r>
              <a:rPr dirty="0" err="1"/>
              <a:t>evidencia</a:t>
            </a:r>
            <a:r>
              <a:rPr dirty="0"/>
              <a:t> y </a:t>
            </a:r>
            <a:r>
              <a:rPr dirty="0" err="1"/>
              <a:t>justificación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rPr dirty="0"/>
              <a:t>•  La </a:t>
            </a:r>
            <a:r>
              <a:rPr dirty="0" err="1"/>
              <a:t>validación</a:t>
            </a:r>
            <a:r>
              <a:rPr dirty="0"/>
              <a:t> final debe </a:t>
            </a:r>
            <a:r>
              <a:rPr dirty="0" err="1"/>
              <a:t>comprobar</a:t>
            </a:r>
            <a:r>
              <a:rPr dirty="0"/>
              <a:t> que los </a:t>
            </a:r>
            <a:r>
              <a:rPr dirty="0" err="1"/>
              <a:t>cambios</a:t>
            </a:r>
            <a:r>
              <a:rPr dirty="0"/>
              <a:t> </a:t>
            </a:r>
            <a:r>
              <a:rPr dirty="0" err="1"/>
              <a:t>mejoraron</a:t>
            </a:r>
            <a:r>
              <a:rPr dirty="0"/>
              <a:t> la </a:t>
            </a:r>
            <a:r>
              <a:rPr dirty="0" err="1"/>
              <a:t>calidad</a:t>
            </a:r>
            <a:r>
              <a:rPr dirty="0"/>
              <a:t> sin </a:t>
            </a:r>
            <a:r>
              <a:rPr dirty="0" err="1"/>
              <a:t>distorsionar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significado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0880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683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{CF0F9634-8749-4249-B963-57A84D4DCE3B}tf10001076</Template>
  <TotalTime>856</TotalTime>
  <Words>1600</Words>
  <Application>Microsoft Office PowerPoint</Application>
  <PresentationFormat>Personalizado</PresentationFormat>
  <Paragraphs>221</Paragraphs>
  <Slides>18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Wingdings</vt:lpstr>
      <vt:lpstr>Tema de Office</vt:lpstr>
      <vt:lpstr>Presentación de PowerPoint</vt:lpstr>
      <vt:lpstr>INTELIGENCIA DE NEGOCIOS</vt:lpstr>
      <vt:lpstr>Presentación de PowerPoint</vt:lpstr>
      <vt:lpstr>TÍTULO</vt:lpstr>
      <vt:lpstr>TÍTULO</vt:lpstr>
      <vt:lpstr>Presentación de PowerPoint</vt:lpstr>
      <vt:lpstr>Presentación de PowerPoint</vt:lpstr>
      <vt:lpstr>TÍTULO</vt:lpstr>
      <vt:lpstr>TÍTULO</vt:lpstr>
      <vt:lpstr>TÍTULO</vt:lpstr>
      <vt:lpstr>TÍTULO</vt:lpstr>
      <vt:lpstr>TÍTULO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</dc:creator>
  <cp:lastModifiedBy>Luis Emiro Mosquera Sánchez</cp:lastModifiedBy>
  <cp:revision>41</cp:revision>
  <dcterms:created xsi:type="dcterms:W3CDTF">2019-03-06T14:49:26Z</dcterms:created>
  <dcterms:modified xsi:type="dcterms:W3CDTF">2026-10-17T14:39:40Z</dcterms:modified>
</cp:coreProperties>
</file>